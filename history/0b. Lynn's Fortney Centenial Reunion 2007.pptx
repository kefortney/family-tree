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embeddedFontLst>
    <p:embeddedFont>
      <p:font typeface="Arial Narrow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Narrow-bold.fntdata"/><Relationship Id="rId30" Type="http://schemas.openxmlformats.org/officeDocument/2006/relationships/font" Target="fonts/ArialNarrow-regular.fntdata"/><Relationship Id="rId11" Type="http://schemas.openxmlformats.org/officeDocument/2006/relationships/slide" Target="slides/slide6.xml"/><Relationship Id="rId33" Type="http://schemas.openxmlformats.org/officeDocument/2006/relationships/font" Target="fonts/ArialNarrow-boldItalic.fntdata"/><Relationship Id="rId10" Type="http://schemas.openxmlformats.org/officeDocument/2006/relationships/slide" Target="slides/slide5.xml"/><Relationship Id="rId32" Type="http://schemas.openxmlformats.org/officeDocument/2006/relationships/font" Target="fonts/ArialNarrow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" name="Google Shape;4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4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2" name="Google Shape;3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9" name="Google Shape;3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2" name="Google Shape;4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1" name="Google Shape;4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6" name="Google Shape;44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7" name="Google Shape;4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1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8" name="Google Shape;4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1" name="Google Shape;4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3" name="Google Shape;5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4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2" name="Google Shape;53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3" name="Google Shape;53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  only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slide.xml" TargetMode="External"/><Relationship Id="rId4" Type="http://schemas.openxmlformats.org/officeDocument/2006/relationships/hyperlink" Target="http://slide.xm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Relationship Id="rId6" Type="http://schemas.openxmlformats.org/officeDocument/2006/relationships/hyperlink" Target="http://slide.xml" TargetMode="External"/><Relationship Id="rId7" Type="http://schemas.openxmlformats.org/officeDocument/2006/relationships/hyperlink" Target="http://slide.xml" TargetMode="External"/><Relationship Id="rId8" Type="http://schemas.openxmlformats.org/officeDocument/2006/relationships/hyperlink" Target="http://slide.x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slide.xml" TargetMode="External"/><Relationship Id="rId4" Type="http://schemas.openxmlformats.org/officeDocument/2006/relationships/hyperlink" Target="http://slide.xml" TargetMode="External"/><Relationship Id="rId5" Type="http://schemas.openxmlformats.org/officeDocument/2006/relationships/hyperlink" Target="http://slide.xml" TargetMode="External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slide.xml" TargetMode="External"/><Relationship Id="rId4" Type="http://schemas.openxmlformats.org/officeDocument/2006/relationships/hyperlink" Target="http://slide.xml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Relationship Id="rId6" Type="http://schemas.openxmlformats.org/officeDocument/2006/relationships/hyperlink" Target="http://slide.xml" TargetMode="External"/><Relationship Id="rId7" Type="http://schemas.openxmlformats.org/officeDocument/2006/relationships/hyperlink" Target="http://slide.xml" TargetMode="External"/><Relationship Id="rId8" Type="http://schemas.openxmlformats.org/officeDocument/2006/relationships/hyperlink" Target="http://slide.x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Relationship Id="rId6" Type="http://schemas.openxmlformats.org/officeDocument/2006/relationships/hyperlink" Target="http://slide.xml" TargetMode="External"/><Relationship Id="rId7" Type="http://schemas.openxmlformats.org/officeDocument/2006/relationships/hyperlink" Target="http://slide.xml" TargetMode="External"/><Relationship Id="rId8" Type="http://schemas.openxmlformats.org/officeDocument/2006/relationships/hyperlink" Target="http://slide.x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Relationship Id="rId6" Type="http://schemas.openxmlformats.org/officeDocument/2006/relationships/hyperlink" Target="http://slide.xml" TargetMode="External"/><Relationship Id="rId7" Type="http://schemas.openxmlformats.org/officeDocument/2006/relationships/hyperlink" Target="http://slide.xml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Relationship Id="rId6" Type="http://schemas.openxmlformats.org/officeDocument/2006/relationships/hyperlink" Target="http://slide.xml" TargetMode="External"/><Relationship Id="rId7" Type="http://schemas.openxmlformats.org/officeDocument/2006/relationships/hyperlink" Target="http://slide.xml" TargetMode="External"/><Relationship Id="rId8" Type="http://schemas.openxmlformats.org/officeDocument/2006/relationships/hyperlink" Target="http://slide.x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slide.x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slide.xml" TargetMode="External"/><Relationship Id="rId6" Type="http://schemas.openxmlformats.org/officeDocument/2006/relationships/hyperlink" Target="http://slide.xml" TargetMode="External"/><Relationship Id="rId7" Type="http://schemas.openxmlformats.org/officeDocument/2006/relationships/hyperlink" Target="http://slide.x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00"/>
            </a:gs>
            <a:gs pos="100000">
              <a:srgbClr val="66CCFF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457200" y="274637"/>
            <a:ext cx="8229600" cy="5287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r>
              <a:rPr b="1" i="0" lang="en-US" sz="6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Grandchildren of Hans &amp; Maria: Third Generation Norwegian-American</a:t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228600" y="304800"/>
            <a:ext cx="1120775" cy="836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Back 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Procedure Page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457200" y="228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: Family Tree Branches: Hubert Vennes Fortney</a:t>
            </a:r>
            <a:endParaRPr/>
          </a:p>
        </p:txBody>
      </p:sp>
      <p:sp>
        <p:nvSpPr>
          <p:cNvPr id="39" name="Google Shape;39;p5"/>
          <p:cNvSpPr txBox="1"/>
          <p:nvPr/>
        </p:nvSpPr>
        <p:spPr>
          <a:xfrm>
            <a:off x="609600" y="1447800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Albert Christian Fortney [II]</a:t>
            </a:r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533400" y="3032125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Hubert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Vennes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 April 1922, Wheeler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January 2005, Woodale 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Electicsal enginer </a:t>
            </a:r>
            <a:endParaRPr/>
          </a:p>
        </p:txBody>
      </p:sp>
      <p:sp>
        <p:nvSpPr>
          <p:cNvPr id="41" name="Google Shape;41;p5"/>
          <p:cNvSpPr txBox="1"/>
          <p:nvPr/>
        </p:nvSpPr>
        <p:spPr>
          <a:xfrm>
            <a:off x="533400" y="4464050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Evelyn Matilda Yaun</a:t>
            </a:r>
            <a:b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 December1920, Knap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Worked for Sears (ret.)</a:t>
            </a:r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1295400" y="39147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Minneapolis, MN</a:t>
            </a:r>
            <a:endParaRPr/>
          </a:p>
        </p:txBody>
      </p:sp>
      <p:cxnSp>
        <p:nvCxnSpPr>
          <p:cNvPr id="43" name="Google Shape;43;p5"/>
          <p:cNvCxnSpPr/>
          <p:nvPr/>
        </p:nvCxnSpPr>
        <p:spPr>
          <a:xfrm>
            <a:off x="1295400" y="3810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1295400" y="4114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685800" y="5791200"/>
            <a:ext cx="65405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" name="Google Shape;46;p5"/>
          <p:cNvCxnSpPr/>
          <p:nvPr/>
        </p:nvCxnSpPr>
        <p:spPr>
          <a:xfrm>
            <a:off x="4572000" y="3352800"/>
            <a:ext cx="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7" name="Google Shape;47;p5"/>
          <p:cNvCxnSpPr/>
          <p:nvPr/>
        </p:nvCxnSpPr>
        <p:spPr>
          <a:xfrm>
            <a:off x="4572000" y="3352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8" name="Google Shape;48;p5"/>
          <p:cNvSpPr txBox="1"/>
          <p:nvPr/>
        </p:nvSpPr>
        <p:spPr>
          <a:xfrm>
            <a:off x="5486400" y="28194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Alan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Dale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 May 1946,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Pamela [d 2006] ; 2 dau Kris &amp; Kerry</a:t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5586412" y="4449762"/>
            <a:ext cx="23383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Hubert &amp; Evelyn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son,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grand daughters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great granddaughters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562600" y="4419600"/>
            <a:ext cx="1981200" cy="91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/>
          <p:nvPr>
            <p:ph type="title"/>
          </p:nvPr>
        </p:nvSpPr>
        <p:spPr>
          <a:xfrm>
            <a:off x="457200" y="350837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III] : Family Tree Branches: Virgil Fortney</a:t>
            </a:r>
            <a:endParaRPr/>
          </a:p>
        </p:txBody>
      </p:sp>
      <p:sp>
        <p:nvSpPr>
          <p:cNvPr id="57" name="Google Shape;57;p6"/>
          <p:cNvSpPr txBox="1"/>
          <p:nvPr/>
        </p:nvSpPr>
        <p:spPr>
          <a:xfrm>
            <a:off x="457200" y="1798637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533400" y="2879725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Virgil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A.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September 1925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January 1982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/>
          </a:p>
        </p:txBody>
      </p:sp>
      <p:sp>
        <p:nvSpPr>
          <p:cNvPr id="59" name="Google Shape;59;p6"/>
          <p:cNvSpPr txBox="1"/>
          <p:nvPr/>
        </p:nvSpPr>
        <p:spPr>
          <a:xfrm>
            <a:off x="533400" y="4267200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Betty Baker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December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1927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wife, mom, sales, hairdresser</a:t>
            </a:r>
            <a:endParaRPr/>
          </a:p>
        </p:txBody>
      </p:sp>
      <p:sp>
        <p:nvSpPr>
          <p:cNvPr id="60" name="Google Shape;60;p6"/>
          <p:cNvSpPr txBox="1"/>
          <p:nvPr/>
        </p:nvSpPr>
        <p:spPr>
          <a:xfrm>
            <a:off x="1295400" y="3762375"/>
            <a:ext cx="2514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June 1946 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[Dv.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1962]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Seminole, Oklahoma</a:t>
            </a:r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1295400" y="36576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2" name="Google Shape;62;p6"/>
          <p:cNvCxnSpPr/>
          <p:nvPr/>
        </p:nvCxnSpPr>
        <p:spPr>
          <a:xfrm>
            <a:off x="1295400" y="39624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" name="Google Shape;63;p6"/>
          <p:cNvCxnSpPr/>
          <p:nvPr/>
        </p:nvCxnSpPr>
        <p:spPr>
          <a:xfrm>
            <a:off x="4572000" y="2438400"/>
            <a:ext cx="0" cy="25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4" name="Google Shape;64;p6"/>
          <p:cNvCxnSpPr/>
          <p:nvPr/>
        </p:nvCxnSpPr>
        <p:spPr>
          <a:xfrm>
            <a:off x="4572000" y="2438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5" name="Google Shape;65;p6"/>
          <p:cNvCxnSpPr/>
          <p:nvPr/>
        </p:nvCxnSpPr>
        <p:spPr>
          <a:xfrm>
            <a:off x="4572000" y="3733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6" name="Google Shape;66;p6"/>
          <p:cNvCxnSpPr/>
          <p:nvPr/>
        </p:nvCxnSpPr>
        <p:spPr>
          <a:xfrm>
            <a:off x="4572000" y="4953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67" name="Google Shape;67;p6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762000" y="57912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/>
        </p:nvSpPr>
        <p:spPr>
          <a:xfrm>
            <a:off x="5486400" y="19050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Phillip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August 1948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Guidance Conselor [ret.]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Ngoc Kim Duan [Saigon, Vietnam 18 Aug 1966]; 0</a:t>
            </a:r>
            <a:endParaRPr/>
          </a:p>
        </p:txBody>
      </p:sp>
      <p:sp>
        <p:nvSpPr>
          <p:cNvPr id="69" name="Google Shape;69;p6"/>
          <p:cNvSpPr txBox="1"/>
          <p:nvPr/>
        </p:nvSpPr>
        <p:spPr>
          <a:xfrm>
            <a:off x="457200" y="1295400"/>
            <a:ext cx="4495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Albert Christian Fortney [II]</a:t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5486400" y="3048000"/>
            <a:ext cx="3429000" cy="1225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Robert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 November 1953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Director – Ortho &amp;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Neurological ICU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</a:pP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at Northwestern Hospital in Chicago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Partner: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Mark Schmantz [Tenor, Chicago Opera] </a:t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5486400" y="4419600"/>
            <a:ext cx="3429000" cy="1408112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Marcia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Attmore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February 1951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recruiter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S: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Dick Weber; 1973.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Wynn Blair; 1985.  1 dau., Le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s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lie Blair [8 April 1986; Oakfield Conn.]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George Attmore,Computer consultant, 1999; 0</a:t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1524000" y="5334000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[6 June 1964]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 Vriesakker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June 1917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19 April 2006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</a:t>
            </a:r>
            <a:endParaRPr/>
          </a:p>
        </p:txBody>
      </p:sp>
      <p:cxnSp>
        <p:nvCxnSpPr>
          <p:cNvPr id="73" name="Google Shape;73;p6"/>
          <p:cNvCxnSpPr/>
          <p:nvPr/>
        </p:nvCxnSpPr>
        <p:spPr>
          <a:xfrm>
            <a:off x="2590800" y="51054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4" name="Google Shape;74;p6"/>
          <p:cNvSpPr txBox="1"/>
          <p:nvPr/>
        </p:nvSpPr>
        <p:spPr>
          <a:xfrm>
            <a:off x="6659562" y="6019800"/>
            <a:ext cx="2103437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Virgil and Betty Fortney had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sons; 1 dau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grand daughter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Adrian Hilman Dahl</a:t>
            </a:r>
            <a:endParaRPr/>
          </a:p>
        </p:txBody>
      </p:sp>
      <p:cxnSp>
        <p:nvCxnSpPr>
          <p:cNvPr id="81" name="Google Shape;81;p7"/>
          <p:cNvCxnSpPr/>
          <p:nvPr/>
        </p:nvCxnSpPr>
        <p:spPr>
          <a:xfrm>
            <a:off x="1143000" y="3048000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" name="Google Shape;82;p7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3" name="Google Shape;83;p7"/>
          <p:cNvSpPr txBox="1"/>
          <p:nvPr/>
        </p:nvSpPr>
        <p:spPr>
          <a:xfrm>
            <a:off x="533400" y="2209800"/>
            <a:ext cx="34290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Adrian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Hillman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December 1919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 December 2002; Loveland, CO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Nuclear Physicist; professor</a:t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1173162" y="3152775"/>
            <a:ext cx="256063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February 1942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Rochester NY</a:t>
            </a:r>
            <a:endParaRPr/>
          </a:p>
        </p:txBody>
      </p:sp>
      <p:sp>
        <p:nvSpPr>
          <p:cNvPr id="85" name="Google Shape;85;p7"/>
          <p:cNvSpPr txBox="1"/>
          <p:nvPr/>
        </p:nvSpPr>
        <p:spPr>
          <a:xfrm>
            <a:off x="6969125" y="5565775"/>
            <a:ext cx="1819275" cy="774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Adrian &amp; Virginia Ddahl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son; 1 daughter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grandsons,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+ 4 adopted grandchildren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609600" y="3733800"/>
            <a:ext cx="3429000" cy="793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Virginia Dahl [1</a:t>
            </a:r>
            <a:r>
              <a:rPr b="0" baseline="3000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4 wives]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 January 1921, Robinson 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1983, Ft. Collins.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838200" y="1187450"/>
            <a:ext cx="6477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Tonetta Marthia [II] (“Nettie”) &amp; Frederick Dahl</a:t>
            </a:r>
            <a:endParaRPr/>
          </a:p>
        </p:txBody>
      </p:sp>
      <p:cxnSp>
        <p:nvCxnSpPr>
          <p:cNvPr id="88" name="Google Shape;88;p7"/>
          <p:cNvCxnSpPr/>
          <p:nvPr/>
        </p:nvCxnSpPr>
        <p:spPr>
          <a:xfrm>
            <a:off x="4419600" y="25146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" name="Google Shape;89;p7"/>
          <p:cNvCxnSpPr/>
          <p:nvPr/>
        </p:nvCxnSpPr>
        <p:spPr>
          <a:xfrm>
            <a:off x="4419600" y="25146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90" name="Google Shape;90;p7"/>
          <p:cNvCxnSpPr/>
          <p:nvPr/>
        </p:nvCxnSpPr>
        <p:spPr>
          <a:xfrm>
            <a:off x="4419600" y="4267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1" name="Google Shape;91;p7"/>
          <p:cNvSpPr txBox="1"/>
          <p:nvPr/>
        </p:nvSpPr>
        <p:spPr>
          <a:xfrm>
            <a:off x="5334000" y="20050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David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Adrian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June 1944, Oak Ridge TN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Electrical engineer (ret.)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Elizabeth; 1 son, 3 adopted children</a:t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5334000" y="38100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Sonje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Ann Dahl Jessen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July 1946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endParaRPr/>
          </a:p>
        </p:txBody>
      </p:sp>
      <p:pic>
        <p:nvPicPr>
          <p:cNvPr id="93" name="Google Shape;93;p7"/>
          <p:cNvPicPr preferRelativeResize="0"/>
          <p:nvPr/>
        </p:nvPicPr>
        <p:blipFill rotWithShape="1">
          <a:blip r:embed="rId6">
            <a:alphaModFix/>
          </a:blip>
          <a:srcRect b="6843" l="0" r="34860" t="0"/>
          <a:stretch/>
        </p:blipFill>
        <p:spPr>
          <a:xfrm>
            <a:off x="717550" y="5562600"/>
            <a:ext cx="6540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type="title"/>
          </p:nvPr>
        </p:nvSpPr>
        <p:spPr>
          <a:xfrm>
            <a:off x="533400" y="4572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Monrad Kenneth Dahl</a:t>
            </a:r>
            <a:endParaRPr/>
          </a:p>
        </p:txBody>
      </p:sp>
      <p:sp>
        <p:nvSpPr>
          <p:cNvPr id="100" name="Google Shape;100;p8"/>
          <p:cNvSpPr txBox="1"/>
          <p:nvPr/>
        </p:nvSpPr>
        <p:spPr>
          <a:xfrm>
            <a:off x="457200" y="1295400"/>
            <a:ext cx="38862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Tonetta Marthia [II] (“Nettie”) &amp; Frederick Dahl</a:t>
            </a:r>
            <a:endParaRPr/>
          </a:p>
        </p:txBody>
      </p:sp>
      <p:sp>
        <p:nvSpPr>
          <p:cNvPr id="101" name="Google Shape;101;p8"/>
          <p:cNvSpPr txBox="1"/>
          <p:nvPr/>
        </p:nvSpPr>
        <p:spPr>
          <a:xfrm>
            <a:off x="381000" y="2743200"/>
            <a:ext cx="33528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Monrad Kenneth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 August 1921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January 1993; St. Cloud,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Teacher; Recreation Therapist</a:t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381000" y="4214812"/>
            <a:ext cx="35814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Jeanette (Jan) Higgins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January 1922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teacher, musician, occupational therapist</a:t>
            </a:r>
            <a:endParaRPr/>
          </a:p>
        </p:txBody>
      </p:sp>
      <p:sp>
        <p:nvSpPr>
          <p:cNvPr id="103" name="Google Shape;103;p8"/>
          <p:cNvSpPr txBox="1"/>
          <p:nvPr/>
        </p:nvSpPr>
        <p:spPr>
          <a:xfrm>
            <a:off x="1143000" y="36861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June 1946 or 47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UNK</a:t>
            </a:r>
            <a:endParaRPr/>
          </a:p>
        </p:txBody>
      </p:sp>
      <p:cxnSp>
        <p:nvCxnSpPr>
          <p:cNvPr id="104" name="Google Shape;104;p8"/>
          <p:cNvCxnSpPr/>
          <p:nvPr/>
        </p:nvCxnSpPr>
        <p:spPr>
          <a:xfrm>
            <a:off x="1143000" y="35814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5" name="Google Shape;105;p8"/>
          <p:cNvCxnSpPr/>
          <p:nvPr/>
        </p:nvCxnSpPr>
        <p:spPr>
          <a:xfrm>
            <a:off x="1143000" y="3886200"/>
            <a:ext cx="3276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06" name="Google Shape;106;p8"/>
          <p:cNvPicPr preferRelativeResize="0"/>
          <p:nvPr/>
        </p:nvPicPr>
        <p:blipFill rotWithShape="1">
          <a:blip r:embed="rId3">
            <a:alphaModFix/>
          </a:blip>
          <a:srcRect b="6843" l="0" r="34860" t="0"/>
          <a:stretch/>
        </p:blipFill>
        <p:spPr>
          <a:xfrm>
            <a:off x="565150" y="57150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 txBox="1"/>
          <p:nvPr/>
        </p:nvSpPr>
        <p:spPr>
          <a:xfrm>
            <a:off x="5410200" y="3886200"/>
            <a:ext cx="33528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Deborah Susan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30 March 1953, St. Paul,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Occupational Therapist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Peter Van Wolvelaerd (Div.); 2 dau.(Megan, Arielle)</a:t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5410200" y="1981200"/>
            <a:ext cx="3352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 Arthur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29 January 1950, Amery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Scientist; ecologist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Kathleen Joan “Kate” Hiemenz; 1 son, 1 dau.</a:t>
            </a:r>
            <a:endParaRPr/>
          </a:p>
        </p:txBody>
      </p:sp>
      <p:cxnSp>
        <p:nvCxnSpPr>
          <p:cNvPr id="109" name="Google Shape;109;p8"/>
          <p:cNvCxnSpPr/>
          <p:nvPr/>
        </p:nvCxnSpPr>
        <p:spPr>
          <a:xfrm>
            <a:off x="4419600" y="1371600"/>
            <a:ext cx="0" cy="472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0" name="Google Shape;110;p8"/>
          <p:cNvCxnSpPr/>
          <p:nvPr/>
        </p:nvCxnSpPr>
        <p:spPr>
          <a:xfrm>
            <a:off x="4419600" y="1371600"/>
            <a:ext cx="99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1" name="Google Shape;111;p8"/>
          <p:cNvCxnSpPr/>
          <p:nvPr/>
        </p:nvCxnSpPr>
        <p:spPr>
          <a:xfrm>
            <a:off x="4419600" y="2286000"/>
            <a:ext cx="99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2" name="Google Shape;112;p8"/>
          <p:cNvSpPr txBox="1"/>
          <p:nvPr/>
        </p:nvSpPr>
        <p:spPr>
          <a:xfrm>
            <a:off x="5410200" y="2838450"/>
            <a:ext cx="33528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Thomas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14 August 1951, Harmony,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Orthopedic surgeon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Katherine Killeen; 3 dau. (Dana Marie, Lindsay, Jenny)</a:t>
            </a: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5410200" y="4911725"/>
            <a:ext cx="3352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Daniel Stephen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 January 1957, St. Cloud,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Programmer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Joni Hall; 1 son (Andrew), 1 dau.(Sarah)</a:t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5410200" y="5826125"/>
            <a:ext cx="3352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Peder Monrad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April 1963; St. Cloud,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 Therapist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Cristy Harris; 1 son (Alex), 1 dau. (Katerine)</a:t>
            </a:r>
            <a:endParaRPr/>
          </a:p>
        </p:txBody>
      </p:sp>
      <p:sp>
        <p:nvSpPr>
          <p:cNvPr id="115" name="Google Shape;115;p8"/>
          <p:cNvSpPr txBox="1"/>
          <p:nvPr/>
        </p:nvSpPr>
        <p:spPr>
          <a:xfrm>
            <a:off x="5410200" y="1066800"/>
            <a:ext cx="33528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David Frederick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 October 1948, Glenwood City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Minister, psychologist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Maritza Gerbrandy; 1 son; 2 dau.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1905000" y="5778500"/>
            <a:ext cx="1997075" cy="774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Monrad &amp; Jeanette Dahl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children,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 grandchildren;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great grand children</a:t>
            </a:r>
            <a:endParaRPr/>
          </a:p>
        </p:txBody>
      </p:sp>
      <p:cxnSp>
        <p:nvCxnSpPr>
          <p:cNvPr id="117" name="Google Shape;117;p8"/>
          <p:cNvCxnSpPr/>
          <p:nvPr/>
        </p:nvCxnSpPr>
        <p:spPr>
          <a:xfrm>
            <a:off x="4419600" y="3200400"/>
            <a:ext cx="99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8" name="Google Shape;118;p8"/>
          <p:cNvCxnSpPr/>
          <p:nvPr/>
        </p:nvCxnSpPr>
        <p:spPr>
          <a:xfrm>
            <a:off x="4419600" y="4191000"/>
            <a:ext cx="99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9" name="Google Shape;119;p8"/>
          <p:cNvCxnSpPr/>
          <p:nvPr/>
        </p:nvCxnSpPr>
        <p:spPr>
          <a:xfrm>
            <a:off x="4419600" y="5257800"/>
            <a:ext cx="99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0" name="Google Shape;120;p8"/>
          <p:cNvCxnSpPr/>
          <p:nvPr/>
        </p:nvCxnSpPr>
        <p:spPr>
          <a:xfrm>
            <a:off x="4419600" y="6096000"/>
            <a:ext cx="990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457200" y="274637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Frederick Dahl</a:t>
            </a:r>
            <a:endParaRPr/>
          </a:p>
        </p:txBody>
      </p:sp>
      <p:sp>
        <p:nvSpPr>
          <p:cNvPr id="127" name="Google Shape;127;p9"/>
          <p:cNvSpPr txBox="1"/>
          <p:nvPr/>
        </p:nvSpPr>
        <p:spPr>
          <a:xfrm>
            <a:off x="838200" y="990600"/>
            <a:ext cx="44196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Tonetta Marthia [II] (“Nettie”) &amp; Frederick Dahl</a:t>
            </a:r>
            <a:endParaRPr/>
          </a:p>
        </p:txBody>
      </p:sp>
      <p:sp>
        <p:nvSpPr>
          <p:cNvPr id="128" name="Google Shape;128;p9"/>
          <p:cNvSpPr txBox="1"/>
          <p:nvPr/>
        </p:nvSpPr>
        <p:spPr>
          <a:xfrm>
            <a:off x="381000" y="2568575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Frederick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September 1923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381000" y="4092575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Rosemary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1143000" y="3505200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cxnSp>
        <p:nvCxnSpPr>
          <p:cNvPr id="131" name="Google Shape;131;p9"/>
          <p:cNvCxnSpPr/>
          <p:nvPr/>
        </p:nvCxnSpPr>
        <p:spPr>
          <a:xfrm>
            <a:off x="1143000" y="3429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2" name="Google Shape;132;p9"/>
          <p:cNvCxnSpPr/>
          <p:nvPr/>
        </p:nvCxnSpPr>
        <p:spPr>
          <a:xfrm>
            <a:off x="1143000" y="3733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 b="6843" l="0" r="34860" t="0"/>
          <a:stretch/>
        </p:blipFill>
        <p:spPr>
          <a:xfrm>
            <a:off x="565150" y="55626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/>
        </p:nvSpPr>
        <p:spPr>
          <a:xfrm>
            <a:off x="5562600" y="1447800"/>
            <a:ext cx="32004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Tolana Marie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28 January 1950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Charles Brown; 1 dau. (Deanna)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5562600" y="4343400"/>
            <a:ext cx="32004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Randi Elizabeth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25 November 1953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5562600" y="2362200"/>
            <a:ext cx="32004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Frederick Thomas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25 May 1951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military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when/where in service?</a:t>
            </a:r>
            <a:endParaRPr/>
          </a:p>
        </p:txBody>
      </p:sp>
      <p:cxnSp>
        <p:nvCxnSpPr>
          <p:cNvPr id="137" name="Google Shape;137;p9"/>
          <p:cNvCxnSpPr/>
          <p:nvPr/>
        </p:nvCxnSpPr>
        <p:spPr>
          <a:xfrm>
            <a:off x="4419600" y="1905000"/>
            <a:ext cx="0" cy="38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8" name="Google Shape;138;p9"/>
          <p:cNvCxnSpPr/>
          <p:nvPr/>
        </p:nvCxnSpPr>
        <p:spPr>
          <a:xfrm>
            <a:off x="4419600" y="1905000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9" name="Google Shape;139;p9"/>
          <p:cNvCxnSpPr/>
          <p:nvPr/>
        </p:nvCxnSpPr>
        <p:spPr>
          <a:xfrm>
            <a:off x="4419600" y="2819400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0" name="Google Shape;140;p9"/>
          <p:cNvCxnSpPr/>
          <p:nvPr/>
        </p:nvCxnSpPr>
        <p:spPr>
          <a:xfrm>
            <a:off x="4419600" y="3962400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1" name="Google Shape;141;p9"/>
          <p:cNvCxnSpPr/>
          <p:nvPr/>
        </p:nvCxnSpPr>
        <p:spPr>
          <a:xfrm>
            <a:off x="4419600" y="4876800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2" name="Google Shape;142;p9"/>
          <p:cNvSpPr txBox="1"/>
          <p:nvPr/>
        </p:nvSpPr>
        <p:spPr>
          <a:xfrm>
            <a:off x="5562600" y="5216525"/>
            <a:ext cx="32004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Steven Kendal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 March 1955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Sylvia; 1 son (Tommie)</a:t>
            </a:r>
            <a:endParaRPr/>
          </a:p>
        </p:txBody>
      </p:sp>
      <p:cxnSp>
        <p:nvCxnSpPr>
          <p:cNvPr id="143" name="Google Shape;143;p9"/>
          <p:cNvCxnSpPr/>
          <p:nvPr/>
        </p:nvCxnSpPr>
        <p:spPr>
          <a:xfrm>
            <a:off x="4419600" y="5715000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4" name="Google Shape;144;p9"/>
          <p:cNvSpPr txBox="1"/>
          <p:nvPr/>
        </p:nvSpPr>
        <p:spPr>
          <a:xfrm>
            <a:off x="5562600" y="3276600"/>
            <a:ext cx="32004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Edward Luke Dahl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August 1951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 July 1969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Tractor accident on a farm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none/none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Sylvia Dahl Kromroy Goll</a:t>
            </a:r>
            <a:endParaRPr/>
          </a:p>
        </p:txBody>
      </p:sp>
      <p:cxnSp>
        <p:nvCxnSpPr>
          <p:cNvPr id="151" name="Google Shape;151;p10"/>
          <p:cNvCxnSpPr/>
          <p:nvPr/>
        </p:nvCxnSpPr>
        <p:spPr>
          <a:xfrm>
            <a:off x="1600200" y="32004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2" name="Google Shape;152;p10"/>
          <p:cNvCxnSpPr/>
          <p:nvPr/>
        </p:nvCxnSpPr>
        <p:spPr>
          <a:xfrm>
            <a:off x="1600200" y="3505200"/>
            <a:ext cx="281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" name="Google Shape;153;p10"/>
          <p:cNvSpPr txBox="1"/>
          <p:nvPr/>
        </p:nvSpPr>
        <p:spPr>
          <a:xfrm>
            <a:off x="609600" y="2362200"/>
            <a:ext cx="34290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Sylvia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Dahl Kromroy Goll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 February 1926; Baldwin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1219200" y="4648200"/>
            <a:ext cx="256063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570412" y="5911850"/>
            <a:ext cx="1830387" cy="26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children: 3 grandchildren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1295400" y="3794125"/>
            <a:ext cx="2971800" cy="793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Warren Kromroy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1980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609600" y="1295400"/>
            <a:ext cx="63246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Tonetta Marthia [II] (“Nettie”)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Fortney  &amp; Frederick Dahl</a:t>
            </a:r>
            <a:endParaRPr/>
          </a:p>
        </p:txBody>
      </p:sp>
      <p:cxnSp>
        <p:nvCxnSpPr>
          <p:cNvPr id="158" name="Google Shape;158;p10"/>
          <p:cNvCxnSpPr/>
          <p:nvPr/>
        </p:nvCxnSpPr>
        <p:spPr>
          <a:xfrm>
            <a:off x="4419600" y="3048000"/>
            <a:ext cx="0" cy="15541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9" name="Google Shape;159;p10"/>
          <p:cNvCxnSpPr/>
          <p:nvPr/>
        </p:nvCxnSpPr>
        <p:spPr>
          <a:xfrm>
            <a:off x="4419600" y="3048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0" name="Google Shape;160;p10"/>
          <p:cNvCxnSpPr/>
          <p:nvPr/>
        </p:nvCxnSpPr>
        <p:spPr>
          <a:xfrm>
            <a:off x="4419600" y="4602162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1" name="Google Shape;161;p10"/>
          <p:cNvSpPr txBox="1"/>
          <p:nvPr/>
        </p:nvSpPr>
        <p:spPr>
          <a:xfrm>
            <a:off x="1630362" y="3276600"/>
            <a:ext cx="256063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162" name="Google Shape;162;p10"/>
          <p:cNvCxnSpPr/>
          <p:nvPr/>
        </p:nvCxnSpPr>
        <p:spPr>
          <a:xfrm>
            <a:off x="1143000" y="3200400"/>
            <a:ext cx="0" cy="198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3" name="Google Shape;163;p10"/>
          <p:cNvSpPr txBox="1"/>
          <p:nvPr/>
        </p:nvSpPr>
        <p:spPr>
          <a:xfrm>
            <a:off x="685800" y="5226050"/>
            <a:ext cx="3429000" cy="793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Richard Goll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May 2005; Huntington, PA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</p:txBody>
      </p:sp>
      <p:cxnSp>
        <p:nvCxnSpPr>
          <p:cNvPr id="164" name="Google Shape;164;p10"/>
          <p:cNvCxnSpPr/>
          <p:nvPr/>
        </p:nvCxnSpPr>
        <p:spPr>
          <a:xfrm>
            <a:off x="1143000" y="4876800"/>
            <a:ext cx="236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oval"/>
          </a:ln>
        </p:spPr>
      </p:cxnSp>
      <p:sp>
        <p:nvSpPr>
          <p:cNvPr id="165" name="Google Shape;165;p10"/>
          <p:cNvSpPr txBox="1"/>
          <p:nvPr/>
        </p:nvSpPr>
        <p:spPr>
          <a:xfrm>
            <a:off x="5334000" y="25384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Tom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William Kromroy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 September 1951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S/C:Kathy</a:t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5334000" y="4038600"/>
            <a:ext cx="34290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Marie Jean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endParaRPr/>
          </a:p>
        </p:txBody>
      </p:sp>
      <p:pic>
        <p:nvPicPr>
          <p:cNvPr id="167" name="Google Shape;167;p1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6843" l="0" r="34860" t="0"/>
          <a:stretch/>
        </p:blipFill>
        <p:spPr>
          <a:xfrm>
            <a:off x="7653337" y="5386387"/>
            <a:ext cx="728662" cy="70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457200" y="350837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Stanley Nelmer Bergum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533400" y="2244725"/>
            <a:ext cx="32766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Stanley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Nelmer Bergum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November 1930; Wheeler, WI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High School Teacher (ret.)</a:t>
            </a:r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1371600" y="3657600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Donna Mae Christopherson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March 1932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Oct 1988. ???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Housewife</a:t>
            </a: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1905000" y="31527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5 January 1964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???</a:t>
            </a:r>
            <a:endParaRPr/>
          </a:p>
        </p:txBody>
      </p:sp>
      <p:cxnSp>
        <p:nvCxnSpPr>
          <p:cNvPr id="177" name="Google Shape;177;p11"/>
          <p:cNvCxnSpPr/>
          <p:nvPr/>
        </p:nvCxnSpPr>
        <p:spPr>
          <a:xfrm>
            <a:off x="1066800" y="3048000"/>
            <a:ext cx="0" cy="190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8" name="Google Shape;178;p11"/>
          <p:cNvCxnSpPr/>
          <p:nvPr/>
        </p:nvCxnSpPr>
        <p:spPr>
          <a:xfrm>
            <a:off x="1828800" y="3352800"/>
            <a:ext cx="274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79" name="Google Shape;179;p11"/>
          <p:cNvCxnSpPr/>
          <p:nvPr/>
        </p:nvCxnSpPr>
        <p:spPr>
          <a:xfrm>
            <a:off x="4572000" y="2514600"/>
            <a:ext cx="0" cy="25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0" name="Google Shape;180;p11"/>
          <p:cNvCxnSpPr/>
          <p:nvPr/>
        </p:nvCxnSpPr>
        <p:spPr>
          <a:xfrm>
            <a:off x="4572000" y="25146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81" name="Google Shape;181;p11"/>
          <p:cNvCxnSpPr/>
          <p:nvPr/>
        </p:nvCxnSpPr>
        <p:spPr>
          <a:xfrm>
            <a:off x="4572000" y="5029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182" name="Google Shape;182;p11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4603750" y="57150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5486400" y="20050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Lynn Renee Bergum Kolpack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October 1955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Keith Kolpack; 2 sons, 1 dau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5486400" y="3246437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Scott Nathan Bergum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May 1959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Shari; 2 sons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5486400" y="44958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Kent Peter Bergum</a:t>
            </a:r>
            <a:endParaRPr b="1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September 1962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Kelly; 1 son, 3 dau.</a:t>
            </a:r>
            <a:endParaRPr/>
          </a:p>
        </p:txBody>
      </p:sp>
      <p:cxnSp>
        <p:nvCxnSpPr>
          <p:cNvPr id="186" name="Google Shape;186;p11"/>
          <p:cNvCxnSpPr/>
          <p:nvPr/>
        </p:nvCxnSpPr>
        <p:spPr>
          <a:xfrm>
            <a:off x="4572000" y="-76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7" name="Google Shape;187;p11"/>
          <p:cNvSpPr txBox="1"/>
          <p:nvPr/>
        </p:nvSpPr>
        <p:spPr>
          <a:xfrm>
            <a:off x="762000" y="1111250"/>
            <a:ext cx="6324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Selma Kathrina Fortney [II] &amp; Nelmer Bergum</a:t>
            </a:r>
            <a:endParaRPr/>
          </a:p>
        </p:txBody>
      </p:sp>
      <p:cxnSp>
        <p:nvCxnSpPr>
          <p:cNvPr id="188" name="Google Shape;188;p11"/>
          <p:cNvCxnSpPr/>
          <p:nvPr/>
        </p:nvCxnSpPr>
        <p:spPr>
          <a:xfrm>
            <a:off x="4572000" y="3779837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89" name="Google Shape;189;p11"/>
          <p:cNvSpPr txBox="1"/>
          <p:nvPr/>
        </p:nvSpPr>
        <p:spPr>
          <a:xfrm>
            <a:off x="685800" y="4987925"/>
            <a:ext cx="36576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Norma Jean Rowland Abrahamson Bergum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 September 1936, ???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Housewife mother: 3 dau. 1 son</a:t>
            </a:r>
            <a:endParaRPr/>
          </a:p>
        </p:txBody>
      </p:sp>
      <p:cxnSp>
        <p:nvCxnSpPr>
          <p:cNvPr id="190" name="Google Shape;190;p11"/>
          <p:cNvCxnSpPr/>
          <p:nvPr/>
        </p:nvCxnSpPr>
        <p:spPr>
          <a:xfrm>
            <a:off x="18288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1" name="Google Shape;191;p11"/>
          <p:cNvSpPr txBox="1"/>
          <p:nvPr/>
        </p:nvSpPr>
        <p:spPr>
          <a:xfrm>
            <a:off x="1447800" y="4495800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Jan 1990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???</a:t>
            </a:r>
            <a:endParaRPr/>
          </a:p>
        </p:txBody>
      </p:sp>
      <p:cxnSp>
        <p:nvCxnSpPr>
          <p:cNvPr id="192" name="Google Shape;192;p11"/>
          <p:cNvCxnSpPr/>
          <p:nvPr/>
        </p:nvCxnSpPr>
        <p:spPr>
          <a:xfrm>
            <a:off x="1066800" y="4724400"/>
            <a:ext cx="274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type="title"/>
          </p:nvPr>
        </p:nvSpPr>
        <p:spPr>
          <a:xfrm>
            <a:off x="457200" y="274637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Konval Harlan Bergum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1905000" y="5453062"/>
            <a:ext cx="3733800" cy="9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350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Konval reports he “was named after my two grandfathers- Knute Bergum and Hans Fortney - when I used to complain about my name - my mother would say you could have been named Knute Hans… which probably would not have been too bad [and that he was born on Good Friday [which] was also the day Lincoln was shot, Eisenhower died, etc, etc all kinds of good things happened.  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533400" y="2057400"/>
            <a:ext cx="3276600" cy="11398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Konva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 Harlan Bergum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April 14, 1933; Wheeler, WI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District Conservationist )US Soil Conservation Service); Lutheran Brotherhood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533400" y="3806825"/>
            <a:ext cx="32766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Jean Emma McRoberts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October 1937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Eau Galle,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Teacher, Housewife, Mother, Grandmother, serves on Regional Library Board 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1295400" y="3302000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21 October, 1961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Eua Galle, WI</a:t>
            </a:r>
            <a:endParaRPr/>
          </a:p>
        </p:txBody>
      </p:sp>
      <p:cxnSp>
        <p:nvCxnSpPr>
          <p:cNvPr id="203" name="Google Shape;203;p12"/>
          <p:cNvCxnSpPr/>
          <p:nvPr/>
        </p:nvCxnSpPr>
        <p:spPr>
          <a:xfrm>
            <a:off x="1295400" y="3197225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4" name="Google Shape;204;p12"/>
          <p:cNvCxnSpPr/>
          <p:nvPr/>
        </p:nvCxnSpPr>
        <p:spPr>
          <a:xfrm>
            <a:off x="1295400" y="3502025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5" name="Google Shape;205;p12"/>
          <p:cNvCxnSpPr/>
          <p:nvPr/>
        </p:nvCxnSpPr>
        <p:spPr>
          <a:xfrm>
            <a:off x="4572000" y="2590800"/>
            <a:ext cx="0" cy="175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" name="Google Shape;206;p12"/>
          <p:cNvCxnSpPr/>
          <p:nvPr/>
        </p:nvCxnSpPr>
        <p:spPr>
          <a:xfrm>
            <a:off x="4572000" y="2590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7" name="Google Shape;207;p12"/>
          <p:cNvCxnSpPr/>
          <p:nvPr/>
        </p:nvCxnSpPr>
        <p:spPr>
          <a:xfrm>
            <a:off x="4572000" y="4343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08" name="Google Shape;208;p12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685800" y="58674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 txBox="1"/>
          <p:nvPr/>
        </p:nvSpPr>
        <p:spPr>
          <a:xfrm>
            <a:off x="5486400" y="39100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1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Kathe</a:t>
            </a:r>
            <a:r>
              <a:rPr b="1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Bergum Matthews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 April 1966, Mora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November 1991 Hinckley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John Matthews, 1 son, 1 dau.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5486400" y="20812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Kari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Bergum Irber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May, 1962, Mora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June 1989, Hinckley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John Irber; 2 sons</a:t>
            </a:r>
            <a:endParaRPr/>
          </a:p>
        </p:txBody>
      </p:sp>
      <p:cxnSp>
        <p:nvCxnSpPr>
          <p:cNvPr id="211" name="Google Shape;211;p12"/>
          <p:cNvCxnSpPr/>
          <p:nvPr/>
        </p:nvCxnSpPr>
        <p:spPr>
          <a:xfrm>
            <a:off x="4572000" y="-152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2" name="Google Shape;212;p12"/>
          <p:cNvSpPr txBox="1"/>
          <p:nvPr/>
        </p:nvSpPr>
        <p:spPr>
          <a:xfrm>
            <a:off x="762000" y="1035050"/>
            <a:ext cx="6324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Selma Kathrina Fortney [II] &amp; Nelmer Bergum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6745287" y="5334000"/>
            <a:ext cx="2093912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Konval and Jean Bergum have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daughters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grandsons ; 1 granddaughter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6629400" y="5334000"/>
            <a:ext cx="2286000" cy="68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Hilman Arnold  Fortney</a:t>
            </a:r>
            <a:endParaRPr/>
          </a:p>
        </p:txBody>
      </p:sp>
      <p:sp>
        <p:nvSpPr>
          <p:cNvPr id="221" name="Google Shape;221;p13"/>
          <p:cNvSpPr txBox="1"/>
          <p:nvPr/>
        </p:nvSpPr>
        <p:spPr>
          <a:xfrm>
            <a:off x="762000" y="914400"/>
            <a:ext cx="35052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Clarence Edward [II] &amp; Mildred Wedell Fortney</a:t>
            </a:r>
            <a:endParaRPr/>
          </a:p>
        </p:txBody>
      </p:sp>
      <p:sp>
        <p:nvSpPr>
          <p:cNvPr id="222" name="Google Shape;222;p13"/>
          <p:cNvSpPr txBox="1"/>
          <p:nvPr/>
        </p:nvSpPr>
        <p:spPr>
          <a:xfrm>
            <a:off x="381000" y="22860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Hillman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Arnold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 June 1919; Wheeler,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381000" y="3733800"/>
            <a:ext cx="3657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Mildred Irene Wedell Smith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 July 1922; Sandstone,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 June 2007; Columbia, TN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Occupation:Credit Manager for J.C. Penny (ret)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1143000" y="32289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13 July 1944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Pontiac, MI</a:t>
            </a:r>
            <a:endParaRPr/>
          </a:p>
        </p:txBody>
      </p:sp>
      <p:cxnSp>
        <p:nvCxnSpPr>
          <p:cNvPr id="225" name="Google Shape;225;p13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6" name="Google Shape;226;p13"/>
          <p:cNvCxnSpPr/>
          <p:nvPr/>
        </p:nvCxnSpPr>
        <p:spPr>
          <a:xfrm>
            <a:off x="1143000" y="34290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27" name="Google Shape;227;p13"/>
          <p:cNvCxnSpPr/>
          <p:nvPr/>
        </p:nvCxnSpPr>
        <p:spPr>
          <a:xfrm>
            <a:off x="4419600" y="1905000"/>
            <a:ext cx="0" cy="342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28" name="Google Shape;228;p13"/>
          <p:cNvSpPr txBox="1"/>
          <p:nvPr/>
        </p:nvSpPr>
        <p:spPr>
          <a:xfrm>
            <a:off x="0" y="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3"/>
          <p:cNvCxnSpPr/>
          <p:nvPr/>
        </p:nvCxnSpPr>
        <p:spPr>
          <a:xfrm>
            <a:off x="4419600" y="3048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0" name="Google Shape;230;p13"/>
          <p:cNvCxnSpPr/>
          <p:nvPr/>
        </p:nvCxnSpPr>
        <p:spPr>
          <a:xfrm>
            <a:off x="4419600" y="1905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1" name="Google Shape;231;p13"/>
          <p:cNvCxnSpPr/>
          <p:nvPr/>
        </p:nvCxnSpPr>
        <p:spPr>
          <a:xfrm>
            <a:off x="4419600" y="4191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32" name="Google Shape;232;p13"/>
          <p:cNvCxnSpPr/>
          <p:nvPr/>
        </p:nvCxnSpPr>
        <p:spPr>
          <a:xfrm>
            <a:off x="4419600" y="5334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33" name="Google Shape;233;p13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488950" y="54864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 txBox="1"/>
          <p:nvPr/>
        </p:nvSpPr>
        <p:spPr>
          <a:xfrm>
            <a:off x="5334000" y="13954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Wayne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Alan Wedell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19 December 1950,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Henrietta Pruitt; 4 dau.  </a:t>
            </a:r>
            <a:endParaRPr/>
          </a:p>
        </p:txBody>
      </p:sp>
      <p:sp>
        <p:nvSpPr>
          <p:cNvPr id="235" name="Google Shape;235;p13"/>
          <p:cNvSpPr txBox="1"/>
          <p:nvPr/>
        </p:nvSpPr>
        <p:spPr>
          <a:xfrm>
            <a:off x="5334000" y="25384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Lynn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Ann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24 May 1954;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Richard Eugene Robb, Jr.; 0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children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36" name="Google Shape;236;p13"/>
          <p:cNvSpPr txBox="1"/>
          <p:nvPr/>
        </p:nvSpPr>
        <p:spPr>
          <a:xfrm>
            <a:off x="5334000" y="36576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Lee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James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.24 May 1954;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None; 0 children</a:t>
            </a:r>
            <a:endParaRPr/>
          </a:p>
        </p:txBody>
      </p:sp>
      <p:sp>
        <p:nvSpPr>
          <p:cNvPr id="237" name="Google Shape;237;p13"/>
          <p:cNvSpPr txBox="1"/>
          <p:nvPr/>
        </p:nvSpPr>
        <p:spPr>
          <a:xfrm>
            <a:off x="5334000" y="48006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Deborah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.14 January 1960;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Peter Betanio; 1 son, Jeremy; 1 grandson</a:t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2411412" y="5578475"/>
            <a:ext cx="246538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Hillman and Mildred Fortney: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children,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grandchildren,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great grandchildren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 txBox="1"/>
          <p:nvPr>
            <p:ph type="title"/>
          </p:nvPr>
        </p:nvSpPr>
        <p:spPr>
          <a:xfrm>
            <a:off x="0" y="76200"/>
            <a:ext cx="91440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Agnes Marie Fortney Deason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762000" y="990600"/>
            <a:ext cx="7543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Clarence Edward [II] &amp; Mildred Wedell Fortney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381000" y="22860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Agnes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Marie Fortney Deason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November 1922; Wheeler,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381000" y="37338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Richard Platt Deason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March 1922; Murphysboro, 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13 May 1995; Grayling,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1143000" y="32289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13 September 1941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Pontiac, MI</a:t>
            </a:r>
            <a:endParaRPr/>
          </a:p>
        </p:txBody>
      </p:sp>
      <p:cxnSp>
        <p:nvCxnSpPr>
          <p:cNvPr id="249" name="Google Shape;249;p14"/>
          <p:cNvCxnSpPr/>
          <p:nvPr/>
        </p:nvCxnSpPr>
        <p:spPr>
          <a:xfrm>
            <a:off x="1143000" y="31242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0" name="Google Shape;250;p14"/>
          <p:cNvCxnSpPr/>
          <p:nvPr/>
        </p:nvCxnSpPr>
        <p:spPr>
          <a:xfrm>
            <a:off x="1143000" y="34290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1" name="Google Shape;251;p14"/>
          <p:cNvCxnSpPr/>
          <p:nvPr/>
        </p:nvCxnSpPr>
        <p:spPr>
          <a:xfrm>
            <a:off x="4419600" y="2538412"/>
            <a:ext cx="0" cy="228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2" name="Google Shape;252;p14"/>
          <p:cNvSpPr txBox="1"/>
          <p:nvPr/>
        </p:nvSpPr>
        <p:spPr>
          <a:xfrm>
            <a:off x="0" y="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14"/>
          <p:cNvCxnSpPr/>
          <p:nvPr/>
        </p:nvCxnSpPr>
        <p:spPr>
          <a:xfrm>
            <a:off x="4419600" y="3681412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4" name="Google Shape;254;p14"/>
          <p:cNvCxnSpPr/>
          <p:nvPr/>
        </p:nvCxnSpPr>
        <p:spPr>
          <a:xfrm>
            <a:off x="4419600" y="2538412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55" name="Google Shape;255;p14"/>
          <p:cNvCxnSpPr/>
          <p:nvPr/>
        </p:nvCxnSpPr>
        <p:spPr>
          <a:xfrm>
            <a:off x="4419600" y="4824412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56" name="Google Shape;256;p14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869950" y="54864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/>
          <p:cNvSpPr txBox="1"/>
          <p:nvPr/>
        </p:nvSpPr>
        <p:spPr>
          <a:xfrm>
            <a:off x="5334000" y="2028825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Karol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Marie Deason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10 May 1943, Chicago, IL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Howard Orlie Lutman; 1 son, 2 dau.  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5334000" y="3171825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Sylvia Jean Deason Munshaw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16 May 1946;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John Wesley Munshaw; 1 son [Wesley]</a:t>
            </a: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5334000" y="42910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Adele Janiece Deason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.8 May 1949;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July 1973; Warren,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(She was 24 years old)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Kim Leroy Howard; no descendants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/>
          <p:nvPr>
            <p:ph type="title"/>
          </p:nvPr>
        </p:nvSpPr>
        <p:spPr>
          <a:xfrm>
            <a:off x="457200" y="274637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Ralph Clarence Fortney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762000" y="914400"/>
            <a:ext cx="46482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Clarence Edward [II]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Mildred Wedell Fortney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381000" y="21336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Ralph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Clarence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October 1930;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Phyllis (Marjorie) Ann Welton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 March 1932; Oakland County,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1143000" y="3124200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26 July 1952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Pontiac, MI</a:t>
            </a:r>
            <a:endParaRPr/>
          </a:p>
        </p:txBody>
      </p:sp>
      <p:cxnSp>
        <p:nvCxnSpPr>
          <p:cNvPr id="270" name="Google Shape;270;p15"/>
          <p:cNvCxnSpPr/>
          <p:nvPr/>
        </p:nvCxnSpPr>
        <p:spPr>
          <a:xfrm>
            <a:off x="1143000" y="2971800"/>
            <a:ext cx="0" cy="68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1" name="Google Shape;271;p15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2" name="Google Shape;272;p15"/>
          <p:cNvCxnSpPr/>
          <p:nvPr/>
        </p:nvCxnSpPr>
        <p:spPr>
          <a:xfrm>
            <a:off x="4419600" y="1905000"/>
            <a:ext cx="0" cy="358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3" name="Google Shape;273;p15"/>
          <p:cNvSpPr txBox="1"/>
          <p:nvPr/>
        </p:nvSpPr>
        <p:spPr>
          <a:xfrm>
            <a:off x="0" y="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15"/>
          <p:cNvCxnSpPr/>
          <p:nvPr/>
        </p:nvCxnSpPr>
        <p:spPr>
          <a:xfrm>
            <a:off x="4419600" y="3048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5" name="Google Shape;275;p15"/>
          <p:cNvCxnSpPr/>
          <p:nvPr/>
        </p:nvCxnSpPr>
        <p:spPr>
          <a:xfrm>
            <a:off x="4419600" y="1905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6" name="Google Shape;276;p15"/>
          <p:cNvCxnSpPr/>
          <p:nvPr/>
        </p:nvCxnSpPr>
        <p:spPr>
          <a:xfrm>
            <a:off x="4419600" y="4343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7" name="Google Shape;277;p15"/>
          <p:cNvCxnSpPr/>
          <p:nvPr/>
        </p:nvCxnSpPr>
        <p:spPr>
          <a:xfrm>
            <a:off x="4419600" y="5486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78" name="Google Shape;278;p15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260350" y="57912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5"/>
          <p:cNvSpPr txBox="1"/>
          <p:nvPr/>
        </p:nvSpPr>
        <p:spPr>
          <a:xfrm>
            <a:off x="5334000" y="1395412"/>
            <a:ext cx="35052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Cynthia Diane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11 February 1955,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Lauren Arthur Vaughn; 1 son, 3 dau.  </a:t>
            </a:r>
            <a:endParaRPr/>
          </a:p>
        </p:txBody>
      </p:sp>
      <p:sp>
        <p:nvSpPr>
          <p:cNvPr id="280" name="Google Shape;280;p15"/>
          <p:cNvSpPr txBox="1"/>
          <p:nvPr/>
        </p:nvSpPr>
        <p:spPr>
          <a:xfrm>
            <a:off x="5334000" y="2538412"/>
            <a:ext cx="3581400" cy="1225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Anita Marie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December  1957;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Joseph Austin Tackett; no descendants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Thomas Martin Frame; 2 sons   </a:t>
            </a: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5334000" y="3833812"/>
            <a:ext cx="35814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Douglas Nelson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17 March 1960;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Christina Sue McCorkle: 3 sons; 1 dau.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5334000" y="5029200"/>
            <a:ext cx="35814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Thomas Kendall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June 1963, Pontiac,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"/>
          <p:cNvSpPr txBox="1"/>
          <p:nvPr>
            <p:ph type="title"/>
          </p:nvPr>
        </p:nvSpPr>
        <p:spPr>
          <a:xfrm>
            <a:off x="0" y="266700"/>
            <a:ext cx="9144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[III]  Family Tree Branches: Michael Dee Fortney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304800" y="1187450"/>
            <a:ext cx="5867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Oliver John [Johannes] Fortney [II]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381000" y="22098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Michael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March 1939; Detroit, Michgan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 August 1997,Rowseville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\Occupation: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jewler, machine operator</a:t>
            </a:r>
            <a:endParaRPr/>
          </a:p>
        </p:txBody>
      </p:sp>
      <p:sp>
        <p:nvSpPr>
          <p:cNvPr id="291" name="Google Shape;291;p16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Marilyn Jean Berken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March 1942, St. Paul, Minnesota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</a:pPr>
            <a:r>
              <a:rPr b="1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Secretary, Administrative Assistant </a:t>
            </a:r>
            <a:endParaRPr/>
          </a:p>
        </p:txBody>
      </p:sp>
      <p:sp>
        <p:nvSpPr>
          <p:cNvPr id="292" name="Google Shape;292;p16"/>
          <p:cNvSpPr txBox="1"/>
          <p:nvPr/>
        </p:nvSpPr>
        <p:spPr>
          <a:xfrm>
            <a:off x="1143000" y="3124200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16 October 1965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St. Paul, Minnesota</a:t>
            </a:r>
            <a:endParaRPr/>
          </a:p>
        </p:txBody>
      </p:sp>
      <p:cxnSp>
        <p:nvCxnSpPr>
          <p:cNvPr id="293" name="Google Shape;293;p16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4" name="Google Shape;294;p16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5" name="Google Shape;295;p16"/>
          <p:cNvCxnSpPr/>
          <p:nvPr/>
        </p:nvCxnSpPr>
        <p:spPr>
          <a:xfrm>
            <a:off x="4419600" y="2590800"/>
            <a:ext cx="0" cy="13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6" name="Google Shape;296;p16"/>
          <p:cNvSpPr txBox="1"/>
          <p:nvPr/>
        </p:nvSpPr>
        <p:spPr>
          <a:xfrm>
            <a:off x="0" y="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6"/>
          <p:cNvCxnSpPr/>
          <p:nvPr/>
        </p:nvCxnSpPr>
        <p:spPr>
          <a:xfrm>
            <a:off x="4419600" y="2590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8" name="Google Shape;298;p16"/>
          <p:cNvCxnSpPr/>
          <p:nvPr/>
        </p:nvCxnSpPr>
        <p:spPr>
          <a:xfrm>
            <a:off x="4419600" y="3962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299" name="Google Shape;299;p16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685800" y="54864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 txBox="1"/>
          <p:nvPr/>
        </p:nvSpPr>
        <p:spPr>
          <a:xfrm>
            <a:off x="5334000" y="20812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Dawn Marie Fortney Maidl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December 1966, St. Paul, Minnesota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 June 2004, St. Paul, Minnesota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insurance claims examiner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Brian, 2 sons; Anthony Michael &amp; Nicholas William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5334000" y="34290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Michelle Ann Fortney Montgomery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March 1969, St. Paul Minnesota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claims examiner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Brian, one son, Dustyn Michael Gene Montomery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6934200" y="5794375"/>
            <a:ext cx="1808162" cy="606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Michael &amp; Marilyn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daughters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grandsons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/>
        </p:nvSpPr>
        <p:spPr>
          <a:xfrm>
            <a:off x="609600" y="1141412"/>
            <a:ext cx="44958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Henry [II]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Carolyn Fortney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381000" y="2057400"/>
            <a:ext cx="32004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Christine Ellen Fortney Faber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February 1942, Wheeler WI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Nurse Assistant [retired]; Farming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1066800" y="3429000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Kenneth H. W. Faber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May 1943, West Bend WI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17 January 2000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Industrial Arts Teacher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838200" y="4279900"/>
            <a:ext cx="27432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July 1980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English Lutheran,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Chippewa Falls, WI</a:t>
            </a:r>
            <a:endParaRPr/>
          </a:p>
        </p:txBody>
      </p:sp>
      <p:cxnSp>
        <p:nvCxnSpPr>
          <p:cNvPr id="311" name="Google Shape;311;p17"/>
          <p:cNvCxnSpPr/>
          <p:nvPr/>
        </p:nvCxnSpPr>
        <p:spPr>
          <a:xfrm>
            <a:off x="1524000" y="28194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2" name="Google Shape;312;p17"/>
          <p:cNvCxnSpPr/>
          <p:nvPr/>
        </p:nvCxnSpPr>
        <p:spPr>
          <a:xfrm>
            <a:off x="1524000" y="3200400"/>
            <a:ext cx="2895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3" name="Google Shape;313;p17"/>
          <p:cNvCxnSpPr/>
          <p:nvPr/>
        </p:nvCxnSpPr>
        <p:spPr>
          <a:xfrm>
            <a:off x="4419600" y="188595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4" name="Google Shape;314;p17"/>
          <p:cNvCxnSpPr/>
          <p:nvPr/>
        </p:nvCxnSpPr>
        <p:spPr>
          <a:xfrm>
            <a:off x="4419600" y="18859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5" name="Google Shape;315;p17"/>
          <p:cNvSpPr txBox="1"/>
          <p:nvPr/>
        </p:nvSpPr>
        <p:spPr>
          <a:xfrm>
            <a:off x="5334000" y="25336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Laura Faber Konwinski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October 1964, Menomonie WI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Dale R Konwinski; 1 son, 1 step son</a:t>
            </a:r>
            <a:endParaRPr/>
          </a:p>
        </p:txBody>
      </p:sp>
      <p:cxnSp>
        <p:nvCxnSpPr>
          <p:cNvPr id="316" name="Google Shape;316;p17"/>
          <p:cNvCxnSpPr/>
          <p:nvPr/>
        </p:nvCxnSpPr>
        <p:spPr>
          <a:xfrm>
            <a:off x="4419600" y="30289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17" name="Google Shape;317;p17"/>
          <p:cNvSpPr txBox="1"/>
          <p:nvPr/>
        </p:nvSpPr>
        <p:spPr>
          <a:xfrm>
            <a:off x="5334000" y="1295400"/>
            <a:ext cx="3429000" cy="11398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Kevin Lee Faber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February 1963, Menomnie WI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machinist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Wanda Ann Nye; 1 dau., Jessica ann and, 3 sons  jacob david,jarrod william, joshua lee, </a:t>
            </a:r>
            <a:endParaRPr/>
          </a:p>
        </p:txBody>
      </p:sp>
      <p:cxnSp>
        <p:nvCxnSpPr>
          <p:cNvPr id="318" name="Google Shape;318;p17"/>
          <p:cNvCxnSpPr/>
          <p:nvPr/>
        </p:nvCxnSpPr>
        <p:spPr>
          <a:xfrm>
            <a:off x="4419600" y="40957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19" name="Google Shape;319;p17"/>
          <p:cNvCxnSpPr/>
          <p:nvPr/>
        </p:nvCxnSpPr>
        <p:spPr>
          <a:xfrm>
            <a:off x="4419600" y="52387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320" name="Google Shape;320;p17"/>
          <p:cNvPicPr preferRelativeResize="0"/>
          <p:nvPr/>
        </p:nvPicPr>
        <p:blipFill rotWithShape="1">
          <a:blip r:embed="rId3">
            <a:alphaModFix/>
          </a:blip>
          <a:srcRect b="6843" l="0" r="34860" t="0"/>
          <a:stretch/>
        </p:blipFill>
        <p:spPr>
          <a:xfrm>
            <a:off x="838200" y="5791200"/>
            <a:ext cx="65405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17"/>
          <p:cNvCxnSpPr/>
          <p:nvPr/>
        </p:nvCxnSpPr>
        <p:spPr>
          <a:xfrm>
            <a:off x="838200" y="4495800"/>
            <a:ext cx="281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oval"/>
          </a:ln>
        </p:spPr>
      </p:cxnSp>
      <p:sp>
        <p:nvSpPr>
          <p:cNvPr id="322" name="Google Shape;322;p17"/>
          <p:cNvSpPr txBox="1"/>
          <p:nvPr/>
        </p:nvSpPr>
        <p:spPr>
          <a:xfrm>
            <a:off x="1524000" y="2971800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 August 1962 [Dvcd: 1977]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Saviors, Wheeler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5334000" y="47053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Erick Thomas Faber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December 1970, Eau Claire WI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career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 Army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Racheal Ann Melton; 1 son, 1 dau. 2 adopted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5334000" y="36004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Jennifer Faber Kysilko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October 1967, EauClaire WI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estate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Robert Frank Kysilko, 2 dau +1step.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533400" y="4911725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Rolf Elmer Anderson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 December 1929, Chippewa Falls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18 April 1997, Cadott WI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Marriage: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Dorothy Porter </a:t>
            </a:r>
            <a:endParaRPr/>
          </a:p>
        </p:txBody>
      </p:sp>
      <p:cxnSp>
        <p:nvCxnSpPr>
          <p:cNvPr id="326" name="Google Shape;326;p17"/>
          <p:cNvCxnSpPr/>
          <p:nvPr/>
        </p:nvCxnSpPr>
        <p:spPr>
          <a:xfrm>
            <a:off x="838200" y="2895600"/>
            <a:ext cx="0" cy="198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27" name="Google Shape;327;p17"/>
          <p:cNvSpPr txBox="1"/>
          <p:nvPr/>
        </p:nvSpPr>
        <p:spPr>
          <a:xfrm>
            <a:off x="4876800" y="5867400"/>
            <a:ext cx="39624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Christine Fortney Faber  had 4 children, 4 step children;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9 Grandchildren, + 2 steps &amp; 2 adopted;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3 great grandchildren.</a:t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4876800" y="5867400"/>
            <a:ext cx="3810000" cy="76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 txBox="1"/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[III] Family Tree Branches: Christine Ellen Fortney Faber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"/>
          <p:cNvSpPr txBox="1"/>
          <p:nvPr/>
        </p:nvSpPr>
        <p:spPr>
          <a:xfrm>
            <a:off x="609600" y="1066800"/>
            <a:ext cx="44958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Henry [II]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Carolyn Fortney	  [her second or  “step” family]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381000" y="2133600"/>
            <a:ext cx="32004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Christine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Ellen Fortney Faber Anderson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February 1942, Wheeler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Nurse Assistant [retired];Farming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1066800" y="3505200"/>
            <a:ext cx="2514600" cy="63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Kenneth H. W. Faber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May 1943, West Bend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Dvcd: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1977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838200" y="4191000"/>
            <a:ext cx="2743200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July 1980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English Lutheran,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Chippewa Falls, WI</a:t>
            </a:r>
            <a:endParaRPr/>
          </a:p>
        </p:txBody>
      </p:sp>
      <p:cxnSp>
        <p:nvCxnSpPr>
          <p:cNvPr id="338" name="Google Shape;338;p18"/>
          <p:cNvCxnSpPr/>
          <p:nvPr/>
        </p:nvCxnSpPr>
        <p:spPr>
          <a:xfrm>
            <a:off x="1524000" y="29718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39" name="Google Shape;339;p18"/>
          <p:cNvCxnSpPr/>
          <p:nvPr/>
        </p:nvCxnSpPr>
        <p:spPr>
          <a:xfrm>
            <a:off x="3505200" y="5181600"/>
            <a:ext cx="4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0" name="Google Shape;340;p18"/>
          <p:cNvCxnSpPr/>
          <p:nvPr/>
        </p:nvCxnSpPr>
        <p:spPr>
          <a:xfrm>
            <a:off x="4419600" y="1981200"/>
            <a:ext cx="0" cy="3181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1" name="Google Shape;341;p18"/>
          <p:cNvCxnSpPr/>
          <p:nvPr/>
        </p:nvCxnSpPr>
        <p:spPr>
          <a:xfrm>
            <a:off x="4419600" y="1981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2" name="Google Shape;342;p18"/>
          <p:cNvSpPr txBox="1"/>
          <p:nvPr/>
        </p:nvSpPr>
        <p:spPr>
          <a:xfrm>
            <a:off x="5334000" y="24193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James Valentine Anderson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January 1957, Chippewa Falls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f ND Phd Bio chem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Jan Kistler, 2 sons, 1 adopted dau.</a:t>
            </a:r>
            <a:endParaRPr/>
          </a:p>
        </p:txBody>
      </p:sp>
      <p:cxnSp>
        <p:nvCxnSpPr>
          <p:cNvPr id="343" name="Google Shape;343;p18"/>
          <p:cNvCxnSpPr/>
          <p:nvPr/>
        </p:nvCxnSpPr>
        <p:spPr>
          <a:xfrm>
            <a:off x="4419600" y="3124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4" name="Google Shape;344;p18"/>
          <p:cNvSpPr txBox="1"/>
          <p:nvPr/>
        </p:nvSpPr>
        <p:spPr>
          <a:xfrm>
            <a:off x="5334000" y="13144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Jonathon Richard Anderson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September1953, Chippewa Falls,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Mechnical Engineer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Debbie Melville, 2 sons Jason Ryan</a:t>
            </a:r>
            <a:endParaRPr/>
          </a:p>
        </p:txBody>
      </p:sp>
      <p:cxnSp>
        <p:nvCxnSpPr>
          <p:cNvPr id="345" name="Google Shape;345;p18"/>
          <p:cNvCxnSpPr/>
          <p:nvPr/>
        </p:nvCxnSpPr>
        <p:spPr>
          <a:xfrm>
            <a:off x="4419600" y="4191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6" name="Google Shape;346;p18"/>
          <p:cNvCxnSpPr/>
          <p:nvPr/>
        </p:nvCxnSpPr>
        <p:spPr>
          <a:xfrm>
            <a:off x="4419600" y="51625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347" name="Google Shape;347;p18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869950" y="5791200"/>
            <a:ext cx="65405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18"/>
          <p:cNvCxnSpPr/>
          <p:nvPr/>
        </p:nvCxnSpPr>
        <p:spPr>
          <a:xfrm>
            <a:off x="838200" y="3276600"/>
            <a:ext cx="281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oval"/>
          </a:ln>
        </p:spPr>
      </p:cxnSp>
      <p:sp>
        <p:nvSpPr>
          <p:cNvPr id="349" name="Google Shape;349;p18"/>
          <p:cNvSpPr txBox="1"/>
          <p:nvPr/>
        </p:nvSpPr>
        <p:spPr>
          <a:xfrm>
            <a:off x="1524000" y="3076575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 August 1962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Saviors, Wheeler</a:t>
            </a:r>
            <a:endParaRPr/>
          </a:p>
        </p:txBody>
      </p:sp>
      <p:sp>
        <p:nvSpPr>
          <p:cNvPr id="350" name="Google Shape;350;p18"/>
          <p:cNvSpPr txBox="1"/>
          <p:nvPr>
            <p:ph type="title"/>
          </p:nvPr>
        </p:nvSpPr>
        <p:spPr>
          <a:xfrm>
            <a:off x="5334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[III] Family Tree Branches: Christine Ellen Fortney Anderson</a:t>
            </a:r>
            <a:r>
              <a:rPr b="0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5334000" y="4629150"/>
            <a:ext cx="3429000" cy="13081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Richard Rolf Anderson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May 1971,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Jessica Fletty; 1 son. Zachary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Lisa Johnson; 1 son (Kaleb), 1 adopted son (Brendon).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5334000" y="35242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Tammy Ann Anderson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November 1967,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Kitchen Deisigner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Terry Steinmetz, 2 sstep ons barndon Jerrod.</a:t>
            </a:r>
            <a:endParaRPr/>
          </a:p>
        </p:txBody>
      </p:sp>
      <p:sp>
        <p:nvSpPr>
          <p:cNvPr id="353" name="Google Shape;353;p18"/>
          <p:cNvSpPr txBox="1"/>
          <p:nvPr/>
        </p:nvSpPr>
        <p:spPr>
          <a:xfrm>
            <a:off x="533400" y="4876800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Rolf Elmer Anderson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 December 1929, Chippewa Falls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18 April 1997, Cadott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Marriage: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Dorothy Porter </a:t>
            </a:r>
            <a:endParaRPr/>
          </a:p>
        </p:txBody>
      </p:sp>
      <p:cxnSp>
        <p:nvCxnSpPr>
          <p:cNvPr id="354" name="Google Shape;354;p18"/>
          <p:cNvCxnSpPr/>
          <p:nvPr/>
        </p:nvCxnSpPr>
        <p:spPr>
          <a:xfrm>
            <a:off x="838200" y="2971800"/>
            <a:ext cx="0" cy="190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55" name="Google Shape;355;p18"/>
          <p:cNvCxnSpPr/>
          <p:nvPr/>
        </p:nvCxnSpPr>
        <p:spPr>
          <a:xfrm>
            <a:off x="3962400" y="3505200"/>
            <a:ext cx="45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56" name="Google Shape;356;p18"/>
          <p:cNvCxnSpPr/>
          <p:nvPr/>
        </p:nvCxnSpPr>
        <p:spPr>
          <a:xfrm>
            <a:off x="3962400" y="3505200"/>
            <a:ext cx="0" cy="167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7" name="Google Shape;357;p18"/>
          <p:cNvSpPr txBox="1"/>
          <p:nvPr/>
        </p:nvSpPr>
        <p:spPr>
          <a:xfrm>
            <a:off x="5395912" y="6096000"/>
            <a:ext cx="33607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Rolph Anderson has  4 children;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6 grandchildren 1 adopted, 3 step</a:t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5334000" y="6096000"/>
            <a:ext cx="3429000" cy="45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"/>
          <p:cNvSpPr txBox="1"/>
          <p:nvPr/>
        </p:nvSpPr>
        <p:spPr>
          <a:xfrm>
            <a:off x="609600" y="958850"/>
            <a:ext cx="44958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Henry [II]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 Carolyn Fortney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381000" y="2092325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Karn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Louise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February 1944, Wheeer,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Art Teacher [retired]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1066800" y="3429000"/>
            <a:ext cx="2971800" cy="63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Richard Rock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March 1943, Chicago, Illinois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914400" y="41433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Orrin Anderson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Vegas </a:t>
            </a:r>
            <a:endParaRPr/>
          </a:p>
        </p:txBody>
      </p:sp>
      <p:cxnSp>
        <p:nvCxnSpPr>
          <p:cNvPr id="368" name="Google Shape;368;p19"/>
          <p:cNvCxnSpPr/>
          <p:nvPr/>
        </p:nvCxnSpPr>
        <p:spPr>
          <a:xfrm>
            <a:off x="1447800" y="2895600"/>
            <a:ext cx="0" cy="53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69" name="Google Shape;369;p19"/>
          <p:cNvCxnSpPr/>
          <p:nvPr/>
        </p:nvCxnSpPr>
        <p:spPr>
          <a:xfrm>
            <a:off x="1447800" y="3124200"/>
            <a:ext cx="2971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0" name="Google Shape;370;p19"/>
          <p:cNvCxnSpPr/>
          <p:nvPr/>
        </p:nvCxnSpPr>
        <p:spPr>
          <a:xfrm>
            <a:off x="4419600" y="1733550"/>
            <a:ext cx="0" cy="335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1" name="Google Shape;371;p19"/>
          <p:cNvCxnSpPr/>
          <p:nvPr/>
        </p:nvCxnSpPr>
        <p:spPr>
          <a:xfrm>
            <a:off x="4419600" y="17335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72" name="Google Shape;372;p19"/>
          <p:cNvSpPr txBox="1"/>
          <p:nvPr/>
        </p:nvSpPr>
        <p:spPr>
          <a:xfrm>
            <a:off x="5334000" y="23431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 James Rock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 August 1976, Menomonee, Wisconsin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insurance, accountant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cxnSp>
        <p:nvCxnSpPr>
          <p:cNvPr id="373" name="Google Shape;373;p19"/>
          <p:cNvCxnSpPr/>
          <p:nvPr/>
        </p:nvCxnSpPr>
        <p:spPr>
          <a:xfrm>
            <a:off x="4419600" y="28765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74" name="Google Shape;374;p19"/>
          <p:cNvSpPr txBox="1"/>
          <p:nvPr/>
        </p:nvSpPr>
        <p:spPr>
          <a:xfrm>
            <a:off x="5334000" y="34480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Steven Richard Rock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June 1978, Menomonee, Wisconsin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physics career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endParaRPr/>
          </a:p>
        </p:txBody>
      </p:sp>
      <p:cxnSp>
        <p:nvCxnSpPr>
          <p:cNvPr id="375" name="Google Shape;375;p19"/>
          <p:cNvCxnSpPr/>
          <p:nvPr/>
        </p:nvCxnSpPr>
        <p:spPr>
          <a:xfrm>
            <a:off x="4419600" y="39433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6" name="Google Shape;376;p19"/>
          <p:cNvCxnSpPr/>
          <p:nvPr/>
        </p:nvCxnSpPr>
        <p:spPr>
          <a:xfrm>
            <a:off x="4419600" y="508635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377" name="Google Shape;377;p19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869950" y="5638800"/>
            <a:ext cx="65405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19"/>
          <p:cNvCxnSpPr/>
          <p:nvPr/>
        </p:nvCxnSpPr>
        <p:spPr>
          <a:xfrm>
            <a:off x="914400" y="4343400"/>
            <a:ext cx="2514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oval"/>
          </a:ln>
        </p:spPr>
      </p:cxnSp>
      <p:sp>
        <p:nvSpPr>
          <p:cNvPr id="379" name="Google Shape;379;p19"/>
          <p:cNvSpPr txBox="1"/>
          <p:nvPr/>
        </p:nvSpPr>
        <p:spPr>
          <a:xfrm>
            <a:off x="1600200" y="2924175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Richard Rock [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Divorced]: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 Diego, 1974</a:t>
            </a:r>
            <a:endParaRPr/>
          </a:p>
        </p:txBody>
      </p:sp>
      <p:sp>
        <p:nvSpPr>
          <p:cNvPr id="380" name="Google Shape;380;p19"/>
          <p:cNvSpPr txBox="1"/>
          <p:nvPr>
            <p:ph type="title"/>
          </p:nvPr>
        </p:nvSpPr>
        <p:spPr>
          <a:xfrm>
            <a:off x="2286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[III] Family Tree Branches: Karn Louise Fortney Anderson</a:t>
            </a:r>
            <a:r>
              <a:rPr b="0" i="0" lang="en-US" sz="4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81" name="Google Shape;381;p19"/>
          <p:cNvSpPr txBox="1"/>
          <p:nvPr/>
        </p:nvSpPr>
        <p:spPr>
          <a:xfrm>
            <a:off x="5334000" y="455295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Thomas Michael Rock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September 1981; Menomonee, </a:t>
            </a:r>
            <a:r>
              <a:rPr b="0" i="0" lang="en-US" sz="11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Wisconsin</a:t>
            </a:r>
            <a:endParaRPr b="1" i="0" sz="1100" u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endParaRPr/>
          </a:p>
        </p:txBody>
      </p:sp>
      <p:sp>
        <p:nvSpPr>
          <p:cNvPr id="382" name="Google Shape;382;p19"/>
          <p:cNvSpPr txBox="1"/>
          <p:nvPr/>
        </p:nvSpPr>
        <p:spPr>
          <a:xfrm>
            <a:off x="5334000" y="1219200"/>
            <a:ext cx="3429000" cy="971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Anthony Thomas Rock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February 1975, San Diego, California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food service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533400" y="4724400"/>
            <a:ext cx="2971800" cy="80327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Orrin Anderson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June 1937, Eau Claire, Wisconsin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Salesman [retired]</a:t>
            </a:r>
            <a:endParaRPr/>
          </a:p>
        </p:txBody>
      </p:sp>
      <p:cxnSp>
        <p:nvCxnSpPr>
          <p:cNvPr id="384" name="Google Shape;384;p19"/>
          <p:cNvCxnSpPr/>
          <p:nvPr/>
        </p:nvCxnSpPr>
        <p:spPr>
          <a:xfrm>
            <a:off x="914400" y="2895600"/>
            <a:ext cx="0" cy="182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85" name="Google Shape;385;p19"/>
          <p:cNvSpPr txBox="1"/>
          <p:nvPr/>
        </p:nvSpPr>
        <p:spPr>
          <a:xfrm>
            <a:off x="6753225" y="5810250"/>
            <a:ext cx="2009775" cy="4381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Karn Fortney &amp; Richard Rock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had 4 Sons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0"/>
          <p:cNvSpPr txBox="1"/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Steven Dale Fortney</a:t>
            </a:r>
            <a:endParaRPr/>
          </a:p>
        </p:txBody>
      </p:sp>
      <p:sp>
        <p:nvSpPr>
          <p:cNvPr id="392" name="Google Shape;392;p20"/>
          <p:cNvSpPr txBox="1"/>
          <p:nvPr/>
        </p:nvSpPr>
        <p:spPr>
          <a:xfrm>
            <a:off x="381000" y="838200"/>
            <a:ext cx="44196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Albin Leonard &amp; Anita Linnea Sodergren Fortney</a:t>
            </a:r>
            <a:endParaRPr/>
          </a:p>
        </p:txBody>
      </p:sp>
      <p:sp>
        <p:nvSpPr>
          <p:cNvPr id="393" name="Google Shape;393;p20"/>
          <p:cNvSpPr txBox="1"/>
          <p:nvPr/>
        </p:nvSpPr>
        <p:spPr>
          <a:xfrm>
            <a:off x="381000" y="22860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Steven Dale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January 1937; Minneapolis,MN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Teacher; Writer</a:t>
            </a:r>
            <a:endParaRPr/>
          </a:p>
        </p:txBody>
      </p:sp>
      <p:sp>
        <p:nvSpPr>
          <p:cNvPr id="394" name="Google Shape;394;p20"/>
          <p:cNvSpPr txBox="1"/>
          <p:nvPr/>
        </p:nvSpPr>
        <p:spPr>
          <a:xfrm>
            <a:off x="381000" y="37338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Ruth Ann Geyer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February 1939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mother, housewife, Teacher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1143000" y="31527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January 1960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Minneapolis, MN</a:t>
            </a:r>
            <a:endParaRPr/>
          </a:p>
        </p:txBody>
      </p:sp>
      <p:cxnSp>
        <p:nvCxnSpPr>
          <p:cNvPr id="396" name="Google Shape;396;p20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7" name="Google Shape;397;p20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>
            <a:off x="4419600" y="1905000"/>
            <a:ext cx="0" cy="320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99" name="Google Shape;399;p20"/>
          <p:cNvSpPr txBox="1"/>
          <p:nvPr/>
        </p:nvSpPr>
        <p:spPr>
          <a:xfrm>
            <a:off x="5334000" y="2438400"/>
            <a:ext cx="34290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Minda Dianne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January 1963; Stoughton,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Frank Byrne/1 son, 2 dau.</a:t>
            </a:r>
            <a:endParaRPr/>
          </a:p>
        </p:txBody>
      </p:sp>
      <p:cxnSp>
        <p:nvCxnSpPr>
          <p:cNvPr id="400" name="Google Shape;400;p20"/>
          <p:cNvCxnSpPr/>
          <p:nvPr/>
        </p:nvCxnSpPr>
        <p:spPr>
          <a:xfrm>
            <a:off x="4419600" y="2971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1" name="Google Shape;401;p20"/>
          <p:cNvCxnSpPr/>
          <p:nvPr/>
        </p:nvCxnSpPr>
        <p:spPr>
          <a:xfrm>
            <a:off x="4419600" y="1905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2" name="Google Shape;402;p20"/>
          <p:cNvSpPr txBox="1"/>
          <p:nvPr/>
        </p:nvSpPr>
        <p:spPr>
          <a:xfrm>
            <a:off x="5334000" y="3543300"/>
            <a:ext cx="34290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Alexander Kendall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October 1968; Stoughton,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Chris Marsh/ 2 sons</a:t>
            </a:r>
            <a:endParaRPr/>
          </a:p>
        </p:txBody>
      </p:sp>
      <p:cxnSp>
        <p:nvCxnSpPr>
          <p:cNvPr id="403" name="Google Shape;403;p20"/>
          <p:cNvCxnSpPr/>
          <p:nvPr/>
        </p:nvCxnSpPr>
        <p:spPr>
          <a:xfrm>
            <a:off x="4419600" y="40386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4" name="Google Shape;404;p20"/>
          <p:cNvSpPr txBox="1"/>
          <p:nvPr/>
        </p:nvSpPr>
        <p:spPr>
          <a:xfrm>
            <a:off x="5334000" y="4610100"/>
            <a:ext cx="34290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Sigrid Andrea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October 1970; Stoughton,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Christopher Alakel 1 dau. Born April 2007</a:t>
            </a:r>
            <a:endParaRPr/>
          </a:p>
        </p:txBody>
      </p:sp>
      <p:cxnSp>
        <p:nvCxnSpPr>
          <p:cNvPr id="405" name="Google Shape;405;p20"/>
          <p:cNvCxnSpPr/>
          <p:nvPr/>
        </p:nvCxnSpPr>
        <p:spPr>
          <a:xfrm>
            <a:off x="4419600" y="5105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6" name="Google Shape;406;p20"/>
          <p:cNvSpPr txBox="1"/>
          <p:nvPr/>
        </p:nvSpPr>
        <p:spPr>
          <a:xfrm>
            <a:off x="5334000" y="12192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Melissa Christine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January 1961; Minneapolis, Minn.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James Shanks/2 dau</a:t>
            </a:r>
            <a:endParaRPr/>
          </a:p>
        </p:txBody>
      </p:sp>
      <p:pic>
        <p:nvPicPr>
          <p:cNvPr id="407" name="Google Shape;407;p20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638800"/>
            <a:ext cx="1006475" cy="87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0"/>
          <p:cNvSpPr txBox="1"/>
          <p:nvPr/>
        </p:nvSpPr>
        <p:spPr>
          <a:xfrm>
            <a:off x="7119937" y="5715000"/>
            <a:ext cx="1643062" cy="606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Steven &amp; Ruth 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daughters, 1 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grandchildren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[III]  Family Tree Branches: Alan Jon Fortney</a:t>
            </a:r>
            <a:endParaRPr/>
          </a:p>
        </p:txBody>
      </p:sp>
      <p:sp>
        <p:nvSpPr>
          <p:cNvPr id="415" name="Google Shape;415;p21"/>
          <p:cNvSpPr txBox="1"/>
          <p:nvPr/>
        </p:nvSpPr>
        <p:spPr>
          <a:xfrm>
            <a:off x="304800" y="990600"/>
            <a:ext cx="5867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Albin Leonard Fortney [II]</a:t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381000" y="22098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Alan Jon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November 1939;Cleveland, OH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Writer, etc; Teacher</a:t>
            </a:r>
            <a:endParaRPr/>
          </a:p>
        </p:txBody>
      </p:sp>
      <p:sp>
        <p:nvSpPr>
          <p:cNvPr id="417" name="Google Shape;417;p21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Jill Andersen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June 1951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Teacher, mother, housewife, </a:t>
            </a:r>
            <a:endParaRPr/>
          </a:p>
        </p:txBody>
      </p:sp>
      <p:sp>
        <p:nvSpPr>
          <p:cNvPr id="418" name="Google Shape;418;p21"/>
          <p:cNvSpPr txBox="1"/>
          <p:nvPr/>
        </p:nvSpPr>
        <p:spPr>
          <a:xfrm>
            <a:off x="1143000" y="3124200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26 July 1980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Bennington, VT</a:t>
            </a:r>
            <a:endParaRPr/>
          </a:p>
        </p:txBody>
      </p:sp>
      <p:cxnSp>
        <p:nvCxnSpPr>
          <p:cNvPr id="419" name="Google Shape;419;p21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0" name="Google Shape;420;p21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1" name="Google Shape;421;p21"/>
          <p:cNvCxnSpPr/>
          <p:nvPr/>
        </p:nvCxnSpPr>
        <p:spPr>
          <a:xfrm>
            <a:off x="4419600" y="2590800"/>
            <a:ext cx="0" cy="13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2" name="Google Shape;422;p21"/>
          <p:cNvSpPr txBox="1"/>
          <p:nvPr/>
        </p:nvSpPr>
        <p:spPr>
          <a:xfrm>
            <a:off x="0" y="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21"/>
          <p:cNvCxnSpPr/>
          <p:nvPr/>
        </p:nvCxnSpPr>
        <p:spPr>
          <a:xfrm>
            <a:off x="4419600" y="2590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24" name="Google Shape;424;p21"/>
          <p:cNvCxnSpPr/>
          <p:nvPr/>
        </p:nvCxnSpPr>
        <p:spPr>
          <a:xfrm>
            <a:off x="4419600" y="3962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5" name="Google Shape;425;p21"/>
          <p:cNvSpPr txBox="1"/>
          <p:nvPr/>
        </p:nvSpPr>
        <p:spPr>
          <a:xfrm>
            <a:off x="5334000" y="20812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Rachael Jennifer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B/Plc:1 December 1970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endParaRPr/>
          </a:p>
        </p:txBody>
      </p:sp>
      <p:sp>
        <p:nvSpPr>
          <p:cNvPr id="426" name="Google Shape;426;p21"/>
          <p:cNvSpPr txBox="1"/>
          <p:nvPr/>
        </p:nvSpPr>
        <p:spPr>
          <a:xfrm>
            <a:off x="5334000" y="34290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Kendall Anders Fortney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B/Plc:5 July 1981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Artist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</a:t>
            </a:r>
            <a:endParaRPr/>
          </a:p>
        </p:txBody>
      </p:sp>
      <p:pic>
        <p:nvPicPr>
          <p:cNvPr id="427" name="Google Shape;427;p2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5105400"/>
            <a:ext cx="1143000" cy="992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"/>
          <p:cNvSpPr txBox="1"/>
          <p:nvPr/>
        </p:nvSpPr>
        <p:spPr>
          <a:xfrm>
            <a:off x="381000" y="1981200"/>
            <a:ext cx="31242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Anita Linnea Fortney Harms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July 1947, Tacoma, Washington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 (retired), creative                      dramatics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Burl (Bill) Harms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 March 1947</a:t>
            </a:r>
            <a:b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Broadcaster (retired), sales</a:t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1143000" y="31527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29 July 1972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Muskegon, Michigan</a:t>
            </a:r>
            <a:endParaRPr/>
          </a:p>
        </p:txBody>
      </p:sp>
      <p:cxnSp>
        <p:nvCxnSpPr>
          <p:cNvPr id="436" name="Google Shape;436;p22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7" name="Google Shape;437;p22"/>
          <p:cNvCxnSpPr/>
          <p:nvPr/>
        </p:nvCxnSpPr>
        <p:spPr>
          <a:xfrm>
            <a:off x="1143000" y="3352800"/>
            <a:ext cx="304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8" name="Google Shape;438;p22"/>
          <p:cNvCxnSpPr/>
          <p:nvPr/>
        </p:nvCxnSpPr>
        <p:spPr>
          <a:xfrm>
            <a:off x="4191000" y="3048000"/>
            <a:ext cx="0" cy="30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39" name="Google Shape;439;p22"/>
          <p:cNvCxnSpPr/>
          <p:nvPr/>
        </p:nvCxnSpPr>
        <p:spPr>
          <a:xfrm>
            <a:off x="4191000" y="3048000"/>
            <a:ext cx="712787" cy="158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40" name="Google Shape;440;p22"/>
          <p:cNvSpPr txBox="1"/>
          <p:nvPr/>
        </p:nvSpPr>
        <p:spPr>
          <a:xfrm>
            <a:off x="304800" y="990600"/>
            <a:ext cx="5867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Albin Leonard Fortney [II]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4876800" y="2514600"/>
            <a:ext cx="4038600" cy="1225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Robin Harms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 January 1980; Muskegon,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 December 2006, Muskegon MI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Reception: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 October 2007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Nathan Kingsley (10 July 1978, Columbus OH) ; 0</a:t>
            </a:r>
            <a:endParaRPr/>
          </a:p>
        </p:txBody>
      </p:sp>
      <p:sp>
        <p:nvSpPr>
          <p:cNvPr id="442" name="Google Shape;442;p22"/>
          <p:cNvSpPr txBox="1"/>
          <p:nvPr>
            <p:ph idx="4294967295" type="title"/>
          </p:nvPr>
        </p:nvSpPr>
        <p:spPr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[III]  Family Tree Branches: Anita Linnea Fortney Harms</a:t>
            </a:r>
            <a:endParaRPr/>
          </a:p>
        </p:txBody>
      </p:sp>
      <p:pic>
        <p:nvPicPr>
          <p:cNvPr id="443" name="Google Shape;443;p22"/>
          <p:cNvPicPr preferRelativeResize="0"/>
          <p:nvPr>
            <p:ph idx="4294967295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400" y="5318125"/>
            <a:ext cx="930275" cy="808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Thomas Andrew Larson</a:t>
            </a:r>
            <a:endParaRPr/>
          </a:p>
        </p:txBody>
      </p:sp>
      <p:sp>
        <p:nvSpPr>
          <p:cNvPr id="450" name="Google Shape;450;p23"/>
          <p:cNvSpPr txBox="1"/>
          <p:nvPr/>
        </p:nvSpPr>
        <p:spPr>
          <a:xfrm>
            <a:off x="381000" y="838200"/>
            <a:ext cx="6477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Myrtle Susanna Fortney [II]  &amp; Andrew Larsen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609600" y="1806575"/>
            <a:ext cx="34290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Thomas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Andrew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 August 1938, Menomonie,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Data Specialist</a:t>
            </a:r>
            <a:endParaRPr/>
          </a:p>
        </p:txBody>
      </p:sp>
      <p:sp>
        <p:nvSpPr>
          <p:cNvPr id="452" name="Google Shape;452;p23"/>
          <p:cNvSpPr txBox="1"/>
          <p:nvPr/>
        </p:nvSpPr>
        <p:spPr>
          <a:xfrm>
            <a:off x="1524000" y="2833687"/>
            <a:ext cx="3276600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 December 1958,  [div. 1963]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???</a:t>
            </a:r>
            <a:endParaRPr/>
          </a:p>
        </p:txBody>
      </p:sp>
      <p:cxnSp>
        <p:nvCxnSpPr>
          <p:cNvPr id="453" name="Google Shape;453;p23"/>
          <p:cNvCxnSpPr/>
          <p:nvPr/>
        </p:nvCxnSpPr>
        <p:spPr>
          <a:xfrm>
            <a:off x="1524000" y="2667000"/>
            <a:ext cx="0" cy="76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4" name="Google Shape;454;p23"/>
          <p:cNvCxnSpPr/>
          <p:nvPr/>
        </p:nvCxnSpPr>
        <p:spPr>
          <a:xfrm>
            <a:off x="1524000" y="3048000"/>
            <a:ext cx="320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55" name="Google Shape;455;p23"/>
          <p:cNvCxnSpPr/>
          <p:nvPr/>
        </p:nvCxnSpPr>
        <p:spPr>
          <a:xfrm>
            <a:off x="4724400" y="2209800"/>
            <a:ext cx="0" cy="21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56" name="Google Shape;456;p23"/>
          <p:cNvSpPr txBox="1"/>
          <p:nvPr/>
        </p:nvSpPr>
        <p:spPr>
          <a:xfrm>
            <a:off x="0" y="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23"/>
          <p:cNvCxnSpPr/>
          <p:nvPr/>
        </p:nvCxnSpPr>
        <p:spPr>
          <a:xfrm>
            <a:off x="4724400" y="3352800"/>
            <a:ext cx="60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458" name="Google Shape;458;p23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1066800" y="52578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3"/>
          <p:cNvSpPr txBox="1"/>
          <p:nvPr/>
        </p:nvSpPr>
        <p:spPr>
          <a:xfrm>
            <a:off x="5334000" y="1676400"/>
            <a:ext cx="35814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Kerry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Dean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 March 1960, Fairbanks AK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accountant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Elizabeth; 2 sons</a:t>
            </a:r>
            <a:endParaRPr/>
          </a:p>
        </p:txBody>
      </p:sp>
      <p:sp>
        <p:nvSpPr>
          <p:cNvPr id="460" name="Google Shape;460;p23"/>
          <p:cNvSpPr txBox="1"/>
          <p:nvPr/>
        </p:nvSpPr>
        <p:spPr>
          <a:xfrm>
            <a:off x="685800" y="3406775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Kathleen D. Koehler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December 1937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Bookkeeper</a:t>
            </a:r>
            <a:endParaRPr/>
          </a:p>
        </p:txBody>
      </p:sp>
      <p:sp>
        <p:nvSpPr>
          <p:cNvPr id="461" name="Google Shape;461;p23"/>
          <p:cNvSpPr txBox="1"/>
          <p:nvPr/>
        </p:nvSpPr>
        <p:spPr>
          <a:xfrm>
            <a:off x="5334000" y="2819400"/>
            <a:ext cx="3429000" cy="677862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Thomas Jefferson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July 1961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July 1961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62" name="Google Shape;462;p23"/>
          <p:cNvSpPr txBox="1"/>
          <p:nvPr/>
        </p:nvSpPr>
        <p:spPr>
          <a:xfrm>
            <a:off x="5334000" y="3810000"/>
            <a:ext cx="3429000" cy="677862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Maureen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1962</a:t>
            </a:r>
            <a:endParaRPr/>
          </a:p>
        </p:txBody>
      </p:sp>
      <p:cxnSp>
        <p:nvCxnSpPr>
          <p:cNvPr id="463" name="Google Shape;463;p23"/>
          <p:cNvCxnSpPr/>
          <p:nvPr/>
        </p:nvCxnSpPr>
        <p:spPr>
          <a:xfrm>
            <a:off x="4724400" y="2209800"/>
            <a:ext cx="60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64" name="Google Shape;464;p23"/>
          <p:cNvCxnSpPr/>
          <p:nvPr/>
        </p:nvCxnSpPr>
        <p:spPr>
          <a:xfrm>
            <a:off x="4724400" y="4343400"/>
            <a:ext cx="60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4"/>
          <p:cNvSpPr txBox="1"/>
          <p:nvPr>
            <p:ph type="title"/>
          </p:nvPr>
        </p:nvSpPr>
        <p:spPr>
          <a:xfrm>
            <a:off x="0" y="76200"/>
            <a:ext cx="9144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Mary </a:t>
            </a:r>
            <a:r>
              <a:rPr b="1" i="0" lang="en-US" sz="1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(middle name)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Larson Langford</a:t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381000" y="838200"/>
            <a:ext cx="6477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Myrtle Susanna Fortney [II]  &amp; Andrew Larsen</a:t>
            </a:r>
            <a:endParaRPr/>
          </a:p>
        </p:txBody>
      </p:sp>
      <p:sp>
        <p:nvSpPr>
          <p:cNvPr id="472" name="Google Shape;472;p24"/>
          <p:cNvSpPr txBox="1"/>
          <p:nvPr/>
        </p:nvSpPr>
        <p:spPr>
          <a:xfrm>
            <a:off x="381000" y="22098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Mary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Ann Larson Langford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 February 1941, Menomonie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Registered Nurse</a:t>
            </a:r>
            <a:endParaRPr/>
          </a:p>
        </p:txBody>
      </p:sp>
      <p:sp>
        <p:nvSpPr>
          <p:cNvPr id="473" name="Google Shape;473;p24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John Herbert Langford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29 October 1939, Menomonie WI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Pharmacist</a:t>
            </a:r>
            <a:endParaRPr/>
          </a:p>
        </p:txBody>
      </p:sp>
      <p:sp>
        <p:nvSpPr>
          <p:cNvPr id="474" name="Google Shape;474;p24"/>
          <p:cNvSpPr txBox="1"/>
          <p:nvPr/>
        </p:nvSpPr>
        <p:spPr>
          <a:xfrm>
            <a:off x="1143000" y="3152775"/>
            <a:ext cx="3352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 March 1962 [Dvcd 1975]</a:t>
            </a:r>
            <a:endParaRPr b="0" i="0" sz="11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Our Saviors Lutheran, Menomonie WI</a:t>
            </a:r>
            <a:endParaRPr/>
          </a:p>
        </p:txBody>
      </p:sp>
      <p:cxnSp>
        <p:nvCxnSpPr>
          <p:cNvPr id="475" name="Google Shape;475;p24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76" name="Google Shape;476;p24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77" name="Google Shape;477;p24"/>
          <p:cNvCxnSpPr/>
          <p:nvPr/>
        </p:nvCxnSpPr>
        <p:spPr>
          <a:xfrm>
            <a:off x="4419600" y="2209800"/>
            <a:ext cx="0" cy="251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8" name="Google Shape;478;p24"/>
          <p:cNvSpPr txBox="1"/>
          <p:nvPr/>
        </p:nvSpPr>
        <p:spPr>
          <a:xfrm>
            <a:off x="0" y="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24"/>
          <p:cNvCxnSpPr/>
          <p:nvPr/>
        </p:nvCxnSpPr>
        <p:spPr>
          <a:xfrm>
            <a:off x="4419600" y="2209800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480" name="Google Shape;480;p24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609600" y="55626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4"/>
          <p:cNvSpPr txBox="1"/>
          <p:nvPr/>
        </p:nvSpPr>
        <p:spPr>
          <a:xfrm>
            <a:off x="5105400" y="1676400"/>
            <a:ext cx="37338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Lynn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Marie Langford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November 1962, Menomonie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Special Ed Paraeducator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Jeffrey Jones; 1 son, 2 dau.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5105400" y="2895600"/>
            <a:ext cx="37338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Laura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Beth Langford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October 1965, US Army Hospital Japan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Regional Human Resource manager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Richard Waleen; 2 sons</a:t>
            </a:r>
            <a:endParaRPr/>
          </a:p>
        </p:txBody>
      </p:sp>
      <p:sp>
        <p:nvSpPr>
          <p:cNvPr id="483" name="Google Shape;483;p24"/>
          <p:cNvSpPr txBox="1"/>
          <p:nvPr/>
        </p:nvSpPr>
        <p:spPr>
          <a:xfrm>
            <a:off x="5105400" y="4214812"/>
            <a:ext cx="37338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Jonda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Kay Langford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December 1969, Baldwin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Owner, CEO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 Martin; 1 dau.</a:t>
            </a:r>
            <a:endParaRPr/>
          </a:p>
        </p:txBody>
      </p:sp>
      <p:cxnSp>
        <p:nvCxnSpPr>
          <p:cNvPr id="484" name="Google Shape;484;p24"/>
          <p:cNvCxnSpPr/>
          <p:nvPr/>
        </p:nvCxnSpPr>
        <p:spPr>
          <a:xfrm>
            <a:off x="4419600" y="3429000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85" name="Google Shape;485;p24"/>
          <p:cNvCxnSpPr/>
          <p:nvPr/>
        </p:nvCxnSpPr>
        <p:spPr>
          <a:xfrm>
            <a:off x="4419600" y="4724400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86" name="Google Shape;486;p24"/>
          <p:cNvSpPr txBox="1"/>
          <p:nvPr/>
        </p:nvSpPr>
        <p:spPr>
          <a:xfrm>
            <a:off x="4419600" y="5595937"/>
            <a:ext cx="27432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Mary Larson &amp; John Langford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daughters;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grandsons, 3 granddaughters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4419600" y="5562600"/>
            <a:ext cx="2819400" cy="68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5"/>
          <p:cNvSpPr txBox="1"/>
          <p:nvPr>
            <p:ph type="title"/>
          </p:nvPr>
        </p:nvSpPr>
        <p:spPr>
          <a:xfrm>
            <a:off x="0" y="76200"/>
            <a:ext cx="9144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Linda Rae Larson</a:t>
            </a:r>
            <a:endParaRPr/>
          </a:p>
        </p:txBody>
      </p:sp>
      <p:sp>
        <p:nvSpPr>
          <p:cNvPr id="494" name="Google Shape;494;p25"/>
          <p:cNvSpPr txBox="1"/>
          <p:nvPr/>
        </p:nvSpPr>
        <p:spPr>
          <a:xfrm>
            <a:off x="381000" y="838200"/>
            <a:ext cx="464820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Myrtle Susanna Fortney [II]  &amp; Andrew Larsen</a:t>
            </a:r>
            <a:endParaRPr/>
          </a:p>
        </p:txBody>
      </p:sp>
      <p:sp>
        <p:nvSpPr>
          <p:cNvPr id="495" name="Google Shape;495;p25"/>
          <p:cNvSpPr txBox="1"/>
          <p:nvPr/>
        </p:nvSpPr>
        <p:spPr>
          <a:xfrm>
            <a:off x="381000" y="22098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Linda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Rae Larson Olson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August 1942, Menomonie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Teacher, choral director</a:t>
            </a:r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Richard Olson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April 1942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endParaRPr/>
          </a:p>
        </p:txBody>
      </p:sp>
      <p:sp>
        <p:nvSpPr>
          <p:cNvPr id="497" name="Google Shape;497;p25"/>
          <p:cNvSpPr txBox="1"/>
          <p:nvPr/>
        </p:nvSpPr>
        <p:spPr>
          <a:xfrm>
            <a:off x="1143000" y="3152775"/>
            <a:ext cx="2514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June 1963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Our Saviors, Menomonie WI</a:t>
            </a:r>
            <a:endParaRPr/>
          </a:p>
        </p:txBody>
      </p:sp>
      <p:cxnSp>
        <p:nvCxnSpPr>
          <p:cNvPr id="498" name="Google Shape;498;p25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99" name="Google Shape;499;p25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00" name="Google Shape;500;p25"/>
          <p:cNvCxnSpPr/>
          <p:nvPr/>
        </p:nvCxnSpPr>
        <p:spPr>
          <a:xfrm>
            <a:off x="4419600" y="1752600"/>
            <a:ext cx="0" cy="365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01" name="Google Shape;501;p25"/>
          <p:cNvCxnSpPr/>
          <p:nvPr/>
        </p:nvCxnSpPr>
        <p:spPr>
          <a:xfrm>
            <a:off x="4419600" y="17526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02" name="Google Shape;502;p25"/>
          <p:cNvCxnSpPr/>
          <p:nvPr/>
        </p:nvCxnSpPr>
        <p:spPr>
          <a:xfrm>
            <a:off x="4419600" y="2971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03" name="Google Shape;503;p25"/>
          <p:cNvCxnSpPr/>
          <p:nvPr/>
        </p:nvCxnSpPr>
        <p:spPr>
          <a:xfrm>
            <a:off x="4419600" y="41910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504" name="Google Shape;504;p25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717550" y="57150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25"/>
          <p:cNvSpPr txBox="1"/>
          <p:nvPr/>
        </p:nvSpPr>
        <p:spPr>
          <a:xfrm>
            <a:off x="5257800" y="26146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Ashley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Renee Olson Keith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May 1970, Minneapolis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 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Spencer Keith, 1 son, 1 dau.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5334000" y="37576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Andrea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Larson Bach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October 1972, Minneapolis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Keith Bach, 1 dau. 1 son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5334000" y="12954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Aaron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Richard Olson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.13 February 1968, Minneapolis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Elizabeth; 1 son; 1 dau.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5334000" y="48768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Alexi LaRae Olson 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Thompson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May 1975, Bloomington MN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Zachary Thompson, 1 son, 1 dau. </a:t>
            </a:r>
            <a:endParaRPr/>
          </a:p>
        </p:txBody>
      </p:sp>
      <p:cxnSp>
        <p:nvCxnSpPr>
          <p:cNvPr id="509" name="Google Shape;509;p25"/>
          <p:cNvCxnSpPr/>
          <p:nvPr/>
        </p:nvCxnSpPr>
        <p:spPr>
          <a:xfrm>
            <a:off x="4419600" y="5410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6"/>
          <p:cNvSpPr txBox="1"/>
          <p:nvPr>
            <p:ph type="title"/>
          </p:nvPr>
        </p:nvSpPr>
        <p:spPr>
          <a:xfrm>
            <a:off x="0" y="76200"/>
            <a:ext cx="9144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Orland Larson</a:t>
            </a:r>
            <a:endParaRPr/>
          </a:p>
        </p:txBody>
      </p:sp>
      <p:sp>
        <p:nvSpPr>
          <p:cNvPr id="516" name="Google Shape;516;p26"/>
          <p:cNvSpPr txBox="1"/>
          <p:nvPr/>
        </p:nvSpPr>
        <p:spPr>
          <a:xfrm>
            <a:off x="381000" y="838200"/>
            <a:ext cx="6477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of Myrtle Susanna Fortney [II]  &amp; Andrew Larsen</a:t>
            </a:r>
            <a:endParaRPr/>
          </a:p>
        </p:txBody>
      </p:sp>
      <p:sp>
        <p:nvSpPr>
          <p:cNvPr id="517" name="Google Shape;517;p26"/>
          <p:cNvSpPr txBox="1"/>
          <p:nvPr/>
        </p:nvSpPr>
        <p:spPr>
          <a:xfrm>
            <a:off x="381000" y="22098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Orland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John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 February 1944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 (Hewlett-Packard (Ret.) Business Owner</a:t>
            </a:r>
            <a:endParaRPr/>
          </a:p>
        </p:txBody>
      </p:sp>
      <p:sp>
        <p:nvSpPr>
          <p:cNvPr id="518" name="Google Shape;518;p26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Kathleen Lucille Shanahan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July  1947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Estate Agent/Property Manager (ret.)</a:t>
            </a:r>
            <a:endParaRPr/>
          </a:p>
        </p:txBody>
      </p:sp>
      <p:sp>
        <p:nvSpPr>
          <p:cNvPr id="519" name="Google Shape;519;p26"/>
          <p:cNvSpPr txBox="1"/>
          <p:nvPr/>
        </p:nvSpPr>
        <p:spPr>
          <a:xfrm>
            <a:off x="1143000" y="31527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cxnSp>
        <p:nvCxnSpPr>
          <p:cNvPr id="520" name="Google Shape;520;p26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21" name="Google Shape;521;p26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22" name="Google Shape;522;p26"/>
          <p:cNvCxnSpPr/>
          <p:nvPr/>
        </p:nvCxnSpPr>
        <p:spPr>
          <a:xfrm>
            <a:off x="4419600" y="2819400"/>
            <a:ext cx="0" cy="12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23" name="Google Shape;523;p26"/>
          <p:cNvSpPr txBox="1"/>
          <p:nvPr/>
        </p:nvSpPr>
        <p:spPr>
          <a:xfrm>
            <a:off x="0" y="-76200"/>
            <a:ext cx="579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26"/>
          <p:cNvCxnSpPr/>
          <p:nvPr/>
        </p:nvCxnSpPr>
        <p:spPr>
          <a:xfrm>
            <a:off x="4419600" y="2819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25" name="Google Shape;525;p26"/>
          <p:cNvCxnSpPr/>
          <p:nvPr/>
        </p:nvCxnSpPr>
        <p:spPr>
          <a:xfrm>
            <a:off x="4419600" y="40386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526" name="Google Shape;526;p26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793750" y="55626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6"/>
          <p:cNvSpPr txBox="1"/>
          <p:nvPr/>
        </p:nvSpPr>
        <p:spPr>
          <a:xfrm>
            <a:off x="5334000" y="2057400"/>
            <a:ext cx="3429000" cy="122555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Daniel Patrick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October 1965; Washington DC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Consultant, Business owner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 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Julia Szabo 3 July 1999; Budapest Hungary: 1 Dau. Izabelle [2 Aug 05]  </a:t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5334000" y="3529012"/>
            <a:ext cx="34290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Eric Orland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.16 October 1972; Mountain View, Calif.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Real estate broker/ business owner.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   </a:t>
            </a:r>
            <a:endParaRPr/>
          </a:p>
        </p:txBody>
      </p:sp>
      <p:sp>
        <p:nvSpPr>
          <p:cNvPr id="529" name="Google Shape;529;p26"/>
          <p:cNvSpPr txBox="1"/>
          <p:nvPr/>
        </p:nvSpPr>
        <p:spPr>
          <a:xfrm>
            <a:off x="6858000" y="5718175"/>
            <a:ext cx="1800225" cy="606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Orland &amp; Kathleen Larson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sons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grandaughter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"/>
          <p:cNvSpPr txBox="1"/>
          <p:nvPr>
            <p:ph type="title"/>
          </p:nvPr>
        </p:nvSpPr>
        <p:spPr>
          <a:xfrm>
            <a:off x="0" y="76200"/>
            <a:ext cx="91440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III ]  Family Tree Branches: Laurel Larson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381000" y="838200"/>
            <a:ext cx="6477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Generation  Norwegian American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Daughter of Myrtle Susanna Fortney [II]  &amp; Andrew Larsen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381000" y="2209800"/>
            <a:ext cx="31242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Laurel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Jean Larson Madsen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 February 1947, Menomonie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Reading teacher (ret.)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381000" y="3657600"/>
            <a:ext cx="3276600" cy="86042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Larry “Ollie” Dean Madsen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 January 1944, Menomonee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Deceased: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 Studie Teacher (ret.)</a:t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1143000" y="3152775"/>
            <a:ext cx="2057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Married: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April 1968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Place: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Menomonee WI </a:t>
            </a:r>
            <a:r>
              <a:rPr b="1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540" name="Google Shape;540;p27"/>
          <p:cNvCxnSpPr/>
          <p:nvPr/>
        </p:nvCxnSpPr>
        <p:spPr>
          <a:xfrm>
            <a:off x="1143000" y="3048000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1" name="Google Shape;541;p27"/>
          <p:cNvCxnSpPr/>
          <p:nvPr/>
        </p:nvCxnSpPr>
        <p:spPr>
          <a:xfrm>
            <a:off x="1143000" y="3352800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2" name="Google Shape;542;p27"/>
          <p:cNvCxnSpPr/>
          <p:nvPr/>
        </p:nvCxnSpPr>
        <p:spPr>
          <a:xfrm>
            <a:off x="4419600" y="2209800"/>
            <a:ext cx="0" cy="365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3" name="Google Shape;543;p27"/>
          <p:cNvCxnSpPr/>
          <p:nvPr/>
        </p:nvCxnSpPr>
        <p:spPr>
          <a:xfrm>
            <a:off x="4419600" y="22098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4" name="Google Shape;544;p27"/>
          <p:cNvCxnSpPr/>
          <p:nvPr/>
        </p:nvCxnSpPr>
        <p:spPr>
          <a:xfrm>
            <a:off x="4419600" y="35052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545" name="Google Shape;545;p27"/>
          <p:cNvCxnSpPr/>
          <p:nvPr/>
        </p:nvCxnSpPr>
        <p:spPr>
          <a:xfrm>
            <a:off x="4419600" y="4724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546" name="Google Shape;546;p27"/>
          <p:cNvPicPr preferRelativeResize="0"/>
          <p:nvPr/>
        </p:nvPicPr>
        <p:blipFill rotWithShape="1">
          <a:blip r:embed="rId4">
            <a:alphaModFix/>
          </a:blip>
          <a:srcRect b="6843" l="0" r="34860" t="0"/>
          <a:stretch/>
        </p:blipFill>
        <p:spPr>
          <a:xfrm>
            <a:off x="990600" y="5334000"/>
            <a:ext cx="6540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7"/>
          <p:cNvSpPr txBox="1"/>
          <p:nvPr/>
        </p:nvSpPr>
        <p:spPr>
          <a:xfrm>
            <a:off x="5334000" y="29194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Josh Andrew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July 1974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custodian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0/0</a:t>
            </a:r>
            <a:endParaRPr/>
          </a:p>
        </p:txBody>
      </p:sp>
      <p:sp>
        <p:nvSpPr>
          <p:cNvPr id="548" name="Google Shape;548;p27"/>
          <p:cNvSpPr txBox="1"/>
          <p:nvPr/>
        </p:nvSpPr>
        <p:spPr>
          <a:xfrm>
            <a:off x="5334000" y="41386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Jed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Thomas Matthew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 December 1977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Tru-Green Lawn manager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Cindy; 1dau., 1 son</a:t>
            </a:r>
            <a:endParaRPr/>
          </a:p>
        </p:txBody>
      </p:sp>
      <p:sp>
        <p:nvSpPr>
          <p:cNvPr id="549" name="Google Shape;549;p27"/>
          <p:cNvSpPr txBox="1"/>
          <p:nvPr/>
        </p:nvSpPr>
        <p:spPr>
          <a:xfrm>
            <a:off x="5334000" y="5357812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Jesse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Jacob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February 1979, Menomonee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 teacher, coach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Devan; 2 dau.</a:t>
            </a:r>
            <a:endParaRPr/>
          </a:p>
        </p:txBody>
      </p:sp>
      <p:sp>
        <p:nvSpPr>
          <p:cNvPr id="550" name="Google Shape;550;p27"/>
          <p:cNvSpPr txBox="1"/>
          <p:nvPr/>
        </p:nvSpPr>
        <p:spPr>
          <a:xfrm>
            <a:off x="5334000" y="1676400"/>
            <a:ext cx="3429000" cy="104298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Name: </a:t>
            </a:r>
            <a:r>
              <a:rPr b="0" i="0" lang="en-US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Luke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Everett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B/Plc: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 July 1972, Menomonie WI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D/Plc: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Occupation: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Spanish teacher, coach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S/C:  </a:t>
            </a:r>
            <a:r>
              <a:rPr b="0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Jennifer Krenzelok, 1 dau.2 sons</a:t>
            </a:r>
            <a:r>
              <a:rPr b="1" i="0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cxnSp>
        <p:nvCxnSpPr>
          <p:cNvPr id="551" name="Google Shape;551;p27"/>
          <p:cNvCxnSpPr/>
          <p:nvPr/>
        </p:nvCxnSpPr>
        <p:spPr>
          <a:xfrm>
            <a:off x="4419600" y="5867400"/>
            <a:ext cx="914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